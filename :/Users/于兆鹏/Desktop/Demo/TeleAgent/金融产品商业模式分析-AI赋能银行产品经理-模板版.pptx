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金融产品商业模式分析与客户洞察实战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—AI 赋能下的银行产品经理能力进阶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讲师: 于兆鹏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6217920"/>
            <a:ext cx="22860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0808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模块一：金融产品商业模式分析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0515600" cy="9144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模块二：金融客户洞察与精益产品需求分析</a:t>
            </a:r>
            <a:endParaRPr lang="en-US" sz="2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9BD5">
                    <a:alpha val="70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金融产品商业模式分析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754880"/>
            <a:ext cx="3657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商业银行产品商业模式概述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新产品开发过程：结构化定义、关口管理、阶段划分、管理角色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从"模糊前端"到"客户之声"——需求洞察的核心路径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价值主张设计：客户需求与产品价值的精准匹配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商业模式画布：从九要素框架看银行产品商业逻辑</a:t>
            </a:r>
            <a:endParaRPr lang="en-US" sz="15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AI赋能：行业数据智能分析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传统行业分析依赖人工收集数据、逐项梳理，耗时且易遗漏关键信号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AI工具与应用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利用DeepSeek进行行业数据智能分析：自动采集行业趋势数据，识别市场规模与竞争格局，输出结构化商业分析报告，辅助商业模式决策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分析效率提升5倍，关键信号遗漏率降低60%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案例：某城商行客户行为特征分析体系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构建客户行为特征分析体系，将分散在各业务系统的客户行为数据统一整合，建立"行为标签→偏好画像→需求预测"三级分析链路。通过该体系，产品团队能够精准识别高价值客群的行为规律，指导新产品开发与存量产品优化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行为数据可转化为产品决策依据；三级分析链路打通从数据到洞察的闭环；城商行也可用轻量化方案实现数据驱动的产品创新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产品创意发现与筛选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创意发现：模糊前端与客户之声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识别"模糊前端"中的创新信号，通过次级市场研究（行业报告、竞品分析）与主要市场研究（客户访谈、焦点小组）捕捉真实需求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788920"/>
            <a:ext cx="10058400" cy="9144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创意筛选：制定评审条件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建立创意筛选评审标准，从战略契合度、技术可行性、市场潜力三维度评估，提取高价值创意进入开发管线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4434840"/>
            <a:ext cx="10058400" cy="9144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组合筛选：新产品组合管理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组合管理三要素：资源分配优化、战略一致性校验、组合平衡（激进型/稳健型/防御型产品合理配比）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AI赋能：市场细分与目标客户筛选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传统市场细分依赖经验判断，目标客户筛选精准度不足，营销资源浪费严重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AI工具与应用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DeepSeek驱动的市场细分与目标客户筛选：基于客户交易、行为、属性多维数据，自动聚类识别细分市场，筛选高转化潜力目标客群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目标客户命中率提升40%，营销资源利用率提升35%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案例：中信银行二维码支付 &amp; 浙商银行"趣发现"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中信银行二维码支付产品：通过创意筛选流程，从移动支付趋势中精确定位"二维码支付"方向，快速验证上线，抢占先机。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浙商银行"趣发现"：通过组合管理聚焦资源，压缩低优先级项目，集中打造"趣发现"平台，实现资源投入产出比最大化。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创新需要结构化流程而非灵光一现；组合管理是"少做但做对"的关键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产品商业论证与上市策略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商业论证四要素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用户需求分析：目标用户画像与核心痛点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竞争者分析：竞品功能对比与差异化定位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销售预测：市场规模预估与份额测算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财务分析：投入产出比、盈亏平衡点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280160"/>
            <a:ext cx="18288" cy="475488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质量屋：需求转化方法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客户需求（WHATS）转化为设计要求（HOWS）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建立需求-设计映射矩阵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识别技术瓶颈与冲突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确定设计参数优先级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确保"做出来的"正是"客户想要的"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AI赋能：营销策略自动化生成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传统营销策略制定周期长，从客户洞察到话术生成链路断裂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AI工具与应用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OpenClaw智能体应用：从客户洞察自动匹配营销策略，生成个性化话术与触达方案，实现"洞察→策略→话术"全链路协同自动化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策略制定周期从2周缩短至2天，话术转化率提升25%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模块一小结：商业模式分析核心要点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新产品开发需要结构化流程（关口管理）而非随意试错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从"模糊前端"到"客户之声"是创新发现的系统化路径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56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组合管理确保"做正确的事"而非"做更多的事"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62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商业论证四要素+质量屋确保"做出来的=客户想要的"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68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AI在行业分析、市场细分、策略生成三环节显著提效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9BD5">
                    <a:alpha val="70000"/>
                  </a:srgbClr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金融客户洞察与精益产品需求分析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754880"/>
            <a:ext cx="36576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客户数据分析与精准画像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全方位采集客户金融数据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银行内部数据源梳理（交易记录、账户信息、理财行为），外部数据引入渠道与合规考量，构建统一的客户数据中台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788920"/>
            <a:ext cx="10058400" cy="9144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建立银行客户价值模型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利用大数据促进网点营销精准化，推动产品创新方向与客户价值分层对齐，实现"千人千面"的服务策略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4434840"/>
            <a:ext cx="10058400" cy="9144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客户画像四维度设计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基础属性画像（人口统计/职业/教育）→ 财务状况画像（资产/负债/收入）→ 行为偏好画像（交易频次/渠道偏好）→ 风险偏好画像（投资风格/容忍度）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AI赋能：客户画像模型搭建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传统画像更新滞后，维度单一，无法支撑实时精准营销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AI工具与应用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基于DeepSeek的客户画像模型搭建：自动整合内外部数据，实时更新画像标签，支持营销转化率预测与策略推荐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画像更新实时化，营销转化率提升30%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案例：民生银行客户画像实践 &amp; 某城商行三步法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民生银行客户画像实践：构建"数据采集→标签体系→画像应用"三层架构，实现客户生命周期全程洞察。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某城商行客户画像分析三步法：①数据整合（内外部数据统一入仓）→ ②标签建模（规则+算法双引擎打标）→ ③画像应用（精准营销+风险预警）。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画像建设必须"以用带建"，先明确应用场景再倒推数据需求；三步法可快速落地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用户洞察与场景分析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用户场景分析：识别用户角色、场景角色、角色任务，精准定位需求场景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用户行为旅程图：绘制用户情感曲线，识别"痛点高峰"与"机会窗口"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人物画像与用户洞察矩阵：摸清现状、挖掘痛点、推导需求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82880" cy="1828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产品愿景说明→产品架构→产品路线图，从洞察落地方案</a:t>
            </a:r>
            <a:endParaRPr lang="en-US" sz="15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AI赋能：客户生命周期智能管理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客户生命周期管理依赖人工经验，获客/活客/留客/增客策略缺乏数据支撑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AI工具与应用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DeepSeek驱动的客户生命周期管理：获客阶段智能识别潜在客户，活客阶段自动推荐触达策略，留客阶段预警流失风险，增客阶段匹配交叉销售机会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四阶段策略动态调整，客户留存率提升20%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案例：招商银行洞察客户需求 &amp; 用户旅程图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招商银行洞察客户需求全过程：以"客户旅程"为框架，从触达、申请、使用到忠诚，逐环节分析客户需求与痛点，驱动产品迭代。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招商银行用户旅程图案例：绘制信用卡申请全流程旅程图，识别出"审批等待焦虑"核心痛点，通过实时进度推送将客户满意度提升15个百分点。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旅程图是需求洞察的"显微镜"；解决一个痛点胜过增加十个功能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精益产品需求分析与管理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需求管理框架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功能需求：系统必须实现的能力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非功能需求：性能、安全、可用性等约束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设计约束：技术栈、合规、架构等限制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用户需求≠业务需求≠产品需求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三者的转化逻辑与验证方法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280160"/>
            <a:ext cx="18288" cy="475488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需求启发与优先级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启发技术：原型法、故事板、线框图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快速可视化验证需求理解一致性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优先级排序方法论：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MoSCoW法则（必须有/应该有/可以有/不会有）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Kano模型（基本型/期望型/兴奋型）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价值-复杂度矩阵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需求确认与业技融合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需求确认与核实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需求跟踪矩阵（RTM）：需求→设计→代码→测试全链路追溯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关系与依赖性：识别需求间冲突与前置条件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需求生命周期管理：从提出到上线到退役的完整状态管理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280160"/>
            <a:ext cx="18288" cy="4754880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业技融合实战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业务需求与技术需求的有效桥接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"说对方听得懂的话"：业务说场景，技术说方案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建立共同语言：用户故事+验收标准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敏捷协作：业务与技术同坐一桌，需求不再"传话"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案例：广发银行、银联、汇丰银行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320040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广发银行智能支付手环：用原型法快速验证"手环支付"需求假设，3轮迭代确定核心功能，2个月完成产品落地。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银联业技融合：通过"业务+技术结对"模式，实现需求从提出到上线的全流程高效协同，需求返工率降低50%。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汇丰银行需求全生命周期管理：建立需求从"提出→分析→设计→开发→测试→上线→退役"的完整生命周期管理体系，实现100%需求可追溯。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原型法是降低需求理解偏差的最佳手段；业技融合需要组织机制保障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模块二小结：客户洞察与需求分析核心要点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客户画像是精准营销的基石，四维度覆盖从静态属性到动态偏好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用户旅程图是需求洞察的"显微镜"，痛点=机会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56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需求管理框架区分功能/非功能/约束三类，避免遗漏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62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优先级排序决定"先做什么"，价值-复杂度矩阵最实用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68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业技融合需要组织机制，"结对"比"传话"高效10倍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课程总结：银行产品经理AI能力进阶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商业模式分析：结构化流程（关口管理+组合管理）是创新保障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客户洞察：画像+旅程图+洞察矩阵，从"猜"到"证"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56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需求管理：精益需求（原型法+优先级+RTM）降低返工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62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AI赋能：每个环节都有AI工具可显著提效，关键是"明确场景+可得数据"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468112"/>
            <a:ext cx="256032" cy="256032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68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实战路径：先选一个高频痛点场景，用AI验证可行性，再逐步推广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0808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THE END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0" y="4297680"/>
            <a:ext cx="228600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金融产品商业模式分析与客户洞察实战—AI 赋能下的银行产品经理能力进阶</dc:title>
  <dc:subject>PptxGenJS Presentation</dc:subject>
  <dc:creator>于兆鹏</dc:creator>
  <cp:lastModifiedBy>于兆鹏</cp:lastModifiedBy>
  <cp:revision>1</cp:revision>
  <dcterms:created xsi:type="dcterms:W3CDTF">2026-06-28T14:31:55Z</dcterms:created>
  <dcterms:modified xsi:type="dcterms:W3CDTF">2026-06-28T14:31:55Z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c901335e-ec48-449e-a938-edf845914311","ReservedCode1":"afd8ef40-552d-4212-9c60-2ca3b865fe11","ContentPropagator":"001191110102MAD55U9H0F10002","PropagateID":"c901335e-ec48-449e-a938-edf845914311","ReservedCode2":"afd8ef40-552d-4212-9c60-2ca3b865fe11"}</vt:lpwstr>
  </property>
</Properties>
</file>
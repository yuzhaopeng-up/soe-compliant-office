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58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82" r:id="rId4"/>
    <p:sldMasterId id="2147483711" r:id="rId5"/>
  </p:sldMasterIdLst>
  <p:notesMasterIdLst>
    <p:notesMasterId r:id="rId10"/>
  </p:notesMasterIdLst>
  <p:handoutMasterIdLst>
    <p:handoutMasterId r:id="rId13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</p:sldIdLst>
  <p:sldSz cx="12192000" cy="6858000"/>
  <p:notesSz cx="7103745" cy="10234295"/>
  <p:custDataLst>
    <p:tags r:id="rId1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0" clrIdx="0"/>
  <p:cmAuthor id="2" name="xiaver xiaver" initials="xx" lastIdx="0" clrIdx="1"/>
  <p:cmAuthor id="3" name="Mark Tunniclffe" initials="M" lastIdx="0" clrIdx="2"/>
  <p:cmAuthor id="4" name="zhao tianyi" initials="zt" lastIdx="0" clrIdx="3"/>
  <p:cmAuthor id="5" name="Mark Tunnicliffe" initials="M" lastIdx="0" clrIdx="4"/>
  <p:cmAuthor id="6" name="刘 阳春" initials="刘" lastIdx="0" clrIdx="5"/>
  <p:cmAuthor id="7" name="home" initials="h" lastIdx="0" clrIdx="6"/>
  <p:cmAuthor id="8" name="Alan Anderson" initials="AA" lastIdx="0" clrIdx="7"/>
  <p:cmAuthor id="9" name="Chad McAllister" initials="CM" lastIdx="0" clrIdx="8"/>
  <p:cmAuthor id="10" name="Ronni Davis" initials="RD" lastIdx="0" clrIdx="9"/>
  <p:cmAuthor id="11" name="chivas d" initials="c" lastIdx="0" clrIdx="10"/>
  <p:cmAuthor id="12" name="Stephen Atherton" initials="SA [2]" lastIdx="0" clrIdx="11"/>
  <p:cmAuthor id="13" name="未知用户5" initials="未" lastIdx="0" clrIdx="12"/>
  <p:cmAuthor id="14" name="未知用户4" initials="未" lastIdx="0" clrIdx="13"/>
  <p:cmAuthor id="15" name="AutoBVT" initials="A" lastIdx="0" clrIdx="14"/>
  <p:cmAuthor id="16" name="Huiqiu Yin" initials="H" lastIdx="0" clrIdx="15"/>
  <p:cmAuthor id="17" name="容止_e5b8a960c7519c00" initials="authorId_373053694" lastIdx="0" clrIdx="16"/>
  <p:cmAuthor id="18" name="YANQING BAO" initials="Y" lastIdx="0" clrIdx="17"/>
  <p:cmAuthor id="19" name="骆倩怡_Znauj26B" initials="authorId_382814100" lastIdx="0" clrIdx="18"/>
  <p:cmAuthor id="20" name="Windows 用户" initials="W" lastIdx="0" clrIdx="19"/>
  <p:cmAuthor id="21" name="杨国" initials="杨" lastIdx="0" clrIdx="20"/>
  <p:cmAuthor id="22" name="tkuser" initials="t" lastIdx="0" clrIdx="21"/>
  <p:cmAuthor id="23" name="Hi_ Young" initials="" lastIdx="0" clrIdx="22"/>
  <p:cmAuthor id="24" name="zhenwb" initials="" lastIdx="0" clrIdx="23"/>
  <p:cmAuthor id="25" name="ansen emma" initials="ae" lastIdx="0" clrIdx="24"/>
  <p:cmAuthor id="26" name="Tao, Sherry Sitong" initials="T" lastIdx="0" clrIdx="25"/>
  <p:cmAuthor id="27" name="WHTP" initials="W" lastIdx="0" clrIdx="26"/>
  <p:cmAuthor id="28" name="Xin Wang (IB)" initials="X" lastIdx="0" clrIdx="27"/>
  <p:cmAuthor id="29" name="yiwei zhu" initials="y" lastIdx="0" clrIdx="28"/>
  <p:cmAuthor id="30" name="Haiyang Wang" initials="H" lastIdx="0" clrIdx="29"/>
  <p:cmAuthor id="31" name="w" initials="" lastIdx="0" clrIdx="30"/>
  <p:cmAuthor id="32" name="余潇迎" initials="余" lastIdx="0" clrIdx="31"/>
  <p:cmAuthor id="33" name="陈 橙橙" initials="陈" lastIdx="0" clrIdx="32"/>
  <p:cmAuthor id="34" name="陈喆" initials="陈" lastIdx="0" clrIdx="33"/>
  <p:cmAuthor id="35" name="Chen, Naikang A." initials="C" lastIdx="0" clrIdx="34"/>
  <p:cmAuthor id="36" name="於宝泉" initials="於" lastIdx="0" clrIdx="35"/>
  <p:cmAuthor id="37" name="song chuan" initials="sc" lastIdx="0" clrIdx="36"/>
  <p:cmAuthor id="38" name="zyrstz" initials="z" lastIdx="0" clrIdx="37"/>
  <p:cmAuthor id="39" name="庞尔慧" initials="庞" lastIdx="0" clrIdx="38"/>
  <p:cmAuthor id="40" name="XMY" initials="X" lastIdx="0" clrIdx="39"/>
  <p:cmAuthor id="41" name="xmy" initials="x" lastIdx="0" clrIdx="40"/>
  <p:cmAuthor id="42" name="wum20" initials="w" lastIdx="0" clrIdx="41"/>
  <p:cmAuthor id="43" name="未知用户2" initials="未" lastIdx="0" clrIdx="42"/>
  <p:cmAuthor id="44" name="武敏" initials="武" lastIdx="0" clrIdx="43"/>
  <p:cmAuthor id="45" name="ZYSR-XY" initials="Z" lastIdx="0" clrIdx="44"/>
  <p:cmAuthor id="46" name="刘颖" initials="刘" lastIdx="0" clrIdx="45"/>
  <p:cmAuthor id="47" name="宋海锐" initials="宋" lastIdx="0" clrIdx="46"/>
  <p:cmAuthor id="48" name="曾阿婷" initials="曾" lastIdx="0" clrIdx="47"/>
  <p:cmAuthor id="49" name="Mia Vida Villanueva" initials="M" lastIdx="0" clrIdx="48"/>
  <p:cmAuthor id="50" name="李飞" initials="李飞" lastIdx="0" clrIdx="49"/>
  <p:cmAuthor id="51" name="ting yue" initials="t" lastIdx="0" clrIdx="50"/>
  <p:cmAuthor id="52" name="david bin" initials="d" lastIdx="0" clrIdx="51"/>
  <p:cmAuthor id="53" name="MLOONG" initials="M" lastIdx="0" clrIdx="52"/>
  <p:cmAuthor id="54" name="未知用户19" initials="未" lastIdx="0" clrIdx="53"/>
  <p:cmAuthor id="55" name="未知用户10" initials="未" lastIdx="0" clrIdx="54"/>
  <p:cmAuthor id="56" name="未知用户15" initials="未" lastIdx="0" clrIdx="55"/>
  <p:cmAuthor id="57" name="周明" initials="周" lastIdx="0" clrIdx="56"/>
  <p:cmAuthor id="58" name="meixin hu" initials="m" lastIdx="0" clrIdx="57"/>
  <p:cmAuthor id="59" name=" " initials=" " lastIdx="0" clrIdx="58"/>
  <p:cmAuthor id="60" name="Liu Dong" initials="L" lastIdx="0" clrIdx="59"/>
  <p:cmAuthor id="61" name="Zhao Jing" initials="Z" lastIdx="0" clrIdx="60"/>
  <p:cmAuthor id="62" name="未知用户24" initials="未" lastIdx="0" clrIdx="61"/>
  <p:cmAuthor id="63" name="未知用户25" initials="未" lastIdx="0" clrIdx="62"/>
  <p:cmAuthor id="64" name="未知用户26" initials="未" lastIdx="0" clrIdx="63"/>
  <p:cmAuthor id="65" name="未知用户27" initials="未" lastIdx="0" clrIdx="64"/>
  <p:cmAuthor id="66" name="陈俊奕" initials="陈俊奕" lastIdx="0" clrIdx="65"/>
  <p:cmAuthor id="67" name="郑岚" initials="郑" lastIdx="0" clrIdx="66"/>
  <p:cmAuthor id="68" name="张谭" initials="TM" lastIdx="0" clrIdx="67"/>
  <p:cmAuthor id="69" name="作者" initials="A" lastIdx="0" clrIdx="68"/>
  <p:cmAuthor id="70" name="未知的使用者149" initials="未" lastIdx="0" clrIdx="69"/>
  <p:cmAuthor id="71" name="未知的使用者150" initials="未" lastIdx="0" clrIdx="70"/>
  <p:cmAuthor id="72" name="未知的使用者166" initials="未" lastIdx="0" clrIdx="71"/>
  <p:cmAuthor id="73" name="未知的使用者167" initials="未" lastIdx="0" clrIdx="72"/>
  <p:cmAuthor id="74" name="未知的使用者159" initials="未" lastIdx="0" clrIdx="73"/>
  <p:cmAuthor id="75" name="未知的使用者160" initials="未" lastIdx="0" clrIdx="74"/>
  <p:cmAuthor id="76" name="未知的使用者168" initials="未" lastIdx="0" clrIdx="75"/>
  <p:cmAuthor id="77" name="未知的使用者169" initials="未" lastIdx="0" clrIdx="76"/>
  <p:cmAuthor id="78" name="未知的使用者117" initials="未" lastIdx="0" clrIdx="77"/>
  <p:cmAuthor id="79" name="未知的使用者115" initials="未" lastIdx="0" clrIdx="78"/>
  <p:cmAuthor id="80" name="未知的使用者119" initials="未" lastIdx="0" clrIdx="79"/>
  <p:cmAuthor id="81" name="clinchen" initials="c" lastIdx="0" clrIdx="80"/>
  <p:cmAuthor id="82" name="未知用户6" initials="未" lastIdx="0" clrIdx="81"/>
  <p:cmAuthor id="83" name="未知用户7" initials="未" lastIdx="0" clrIdx="82"/>
  <p:cmAuthor id="84" name="未知的使用者198" initials="未" lastIdx="0" clrIdx="83"/>
  <p:cmAuthor id="85" name="未知的使用者205" initials="未" lastIdx="0" clrIdx="84"/>
  <p:cmAuthor id="86" name="未知的使用者200" initials="未" lastIdx="0" clrIdx="85"/>
  <p:cmAuthor id="87" name="未知的使用者181" initials="未" lastIdx="0" clrIdx="86"/>
  <p:cmAuthor id="88" name="未知的使用者194" initials="未" lastIdx="0" clrIdx="87"/>
  <p:cmAuthor id="89" name="未知的使用者182" initials="未" lastIdx="0" clrIdx="88"/>
  <p:cmAuthor id="90" name="未知的使用者183" initials="未" lastIdx="0" clrIdx="89"/>
  <p:cmAuthor id="91" name="未知的使用者184" initials="未" lastIdx="0" clrIdx="90"/>
  <p:cmAuthor id="92" name="未知的使用者185" initials="未" lastIdx="0" clrIdx="91"/>
  <p:cmAuthor id="93" name="未知的使用者186" initials="未" lastIdx="0" clrIdx="92"/>
  <p:cmAuthor id="94" name="未知的使用者187" initials="未" lastIdx="0" clrIdx="93"/>
  <p:cmAuthor id="95" name="未知的使用者201" initials="未" lastIdx="0" clrIdx="94"/>
  <p:cmAuthor id="96" name="未知的使用者202" initials="未" lastIdx="0" clrIdx="95"/>
  <p:cmAuthor id="97" name="未知的使用者171" initials="未" lastIdx="0" clrIdx="96"/>
  <p:cmAuthor id="98" name="未知的使用者195" initials="未" lastIdx="0" clrIdx="97"/>
  <p:cmAuthor id="99" name="未知的使用者173" initials="未" lastIdx="0" clrIdx="98"/>
  <p:cmAuthor id="100" name="未知的使用者196" initials="未" lastIdx="0" clrIdx="99"/>
  <p:cmAuthor id="101" name="未知的使用者175" initials="未" lastIdx="0" clrIdx="100"/>
  <p:cmAuthor id="102" name="未知的使用者203" initials="未" lastIdx="0" clrIdx="101"/>
  <p:cmAuthor id="103" name="未知的使用者204" initials="未" lastIdx="0" clrIdx="102"/>
  <p:cmAuthor id="104" name="未知的使用者41" initials="未" lastIdx="0" clrIdx="103"/>
  <p:cmAuthor id="105" name="未知的使用者42" initials="未" lastIdx="0" clrIdx="104"/>
  <p:cmAuthor id="106" name="Evonlin" initials="E" lastIdx="0" clrIdx="105"/>
  <p:cmAuthor id="107" name="未知的使用者39" initials="未" lastIdx="0" clrIdx="106"/>
  <p:cmAuthor id="108" name="Wenwen" initials="W" lastIdx="0" clrIdx="107"/>
  <p:cmAuthor id="109" name="未知的使用者38" initials="未" lastIdx="0" clrIdx="108"/>
  <p:cmAuthor id="110" name="未知用户37" initials="未" lastIdx="0" clrIdx="109"/>
  <p:cmAuthor id="111" name="未知用户38" initials="未" lastIdx="0" clrIdx="110"/>
  <p:cmAuthor id="112" name="未知用户39" initials="未" lastIdx="0" clrIdx="111"/>
  <p:cmAuthor id="113" name="未知的使用者64" initials="未" lastIdx="0" clrIdx="112"/>
  <p:cmAuthor id="114" name="未知的使用者65" initials="未" lastIdx="0" clrIdx="113"/>
  <p:cmAuthor id="115" name="未知的使用者66" initials="未" lastIdx="0" clrIdx="114"/>
  <p:cmAuthor id="116" name="未知的使用者57" initials="未" lastIdx="0" clrIdx="115"/>
  <p:cmAuthor id="117" name="未知用户35" initials="未" lastIdx="0" clrIdx="116"/>
  <p:cmAuthor id="118" name="未知的使用者7" initials="未" lastIdx="0" clrIdx="117"/>
  <p:cmAuthor id="119" name="未知用户36" initials="未" lastIdx="0" clrIdx="118"/>
  <p:cmAuthor id="120" name="未知的使用者8" initials="未" lastIdx="0" clrIdx="119"/>
  <p:cmAuthor id="121" name="未知用户23" initials="未" lastIdx="0" clrIdx="120"/>
  <p:cmAuthor id="122" name="未知用户29" initials="未" lastIdx="0" clrIdx="121"/>
  <p:cmAuthor id="123" name="未知的使用者27" initials="未" lastIdx="0" clrIdx="122"/>
  <p:cmAuthor id="124" name="未知用户30" initials="未" lastIdx="0" clrIdx="123"/>
  <p:cmAuthor id="125" name="未知的使用者28" initials="未" lastIdx="0" clrIdx="124"/>
  <p:cmAuthor id="126" name="未知用户31" initials="未" lastIdx="0" clrIdx="125"/>
  <p:cmAuthor id="127" name="未知用户32" initials="未" lastIdx="0" clrIdx="126"/>
  <p:cmAuthor id="128" name="未知用户33" initials="未" lastIdx="0" clrIdx="127"/>
  <p:cmAuthor id="129" name="未知用户34" initials="未" lastIdx="0" clrIdx="128"/>
  <p:cmAuthor id="130" name="huang gerrard" initials="h" lastIdx="0" clrIdx="129"/>
  <p:cmAuthor id="131" name="xuanyuanxuanyi dad" initials="xd" lastIdx="0" clrIdx="130"/>
  <p:cmAuthor id="132" name="kingdee" initials="k" lastIdx="0" clrIdx="131"/>
  <p:cmAuthor id="133" name="cengbei" initials="c" lastIdx="0" clrIdx="132"/>
  <p:cmAuthor id="134" name="未知用户8" initials="未" lastIdx="0" clrIdx="133"/>
  <p:cmAuthor id="135" name="Unknown User7" initials="U" lastIdx="0" clrIdx="134"/>
  <p:cmAuthor id="136" name="qiantong" initials="q" lastIdx="0" clrIdx="135"/>
  <p:cmAuthor id="137" name="未知的使用者16" initials="未" lastIdx="0" clrIdx="136"/>
  <p:cmAuthor id="138" name="未知的使用者30" initials="未" lastIdx="0" clrIdx="137"/>
  <p:cmAuthor id="139" name="未知的使用者31" initials="未" lastIdx="0" clrIdx="138"/>
  <p:cmAuthor id="140" name="未知的使用者32" initials="未" lastIdx="0" clrIdx="139"/>
  <p:cmAuthor id="141" name="未知的使用者51" initials="未" lastIdx="0" clrIdx="140"/>
  <p:cmAuthor id="142" name="未知的使用者53" initials="未" lastIdx="0" clrIdx="141"/>
  <p:cmAuthor id="143" name="未知的使用者46" initials="未" lastIdx="0" clrIdx="142"/>
  <p:cmAuthor id="144" name="yuanzh" initials="y" lastIdx="0" clrIdx="143"/>
  <p:cmAuthor id="145" name="曾红" initials="曾" lastIdx="0" clrIdx="144"/>
  <p:cmAuthor id="146" name="未知用户16" initials="未" lastIdx="0" clrIdx="145"/>
  <p:cmAuthor id="147" name="未知用户17" initials="未" lastIdx="0" clrIdx="146"/>
  <p:cmAuthor id="148" name="mm" initials="m" lastIdx="0" clrIdx="147"/>
  <p:cmAuthor id="149" name="liupeng" initials="l" lastIdx="0" clrIdx="148"/>
  <p:cmAuthor id="150" name="周宏達JerryChou" initials="周" lastIdx="0" clrIdx="149"/>
  <p:cmAuthor id="151" name="luxu" initials="l" lastIdx="0" clrIdx="150"/>
  <p:cmAuthor id="152" name="hl sun" initials="h" lastIdx="0" clrIdx="151"/>
  <p:cmAuthor id="153" name="未知的使用者50" initials="未" lastIdx="0" clrIdx="152"/>
  <p:cmAuthor id="154" name="未知的使用者48" initials="未" lastIdx="0" clrIdx="153"/>
  <p:cmAuthor id="155" name="未知的使用者49" initials="未" lastIdx="0" clrIdx="154"/>
  <p:cmAuthor id="156" name="未知用户22" initials="未" lastIdx="0" clrIdx="155"/>
  <p:cmAuthor id="157" name="Mary Feil-Jacobs" initials="M" lastIdx="0" clrIdx="156"/>
  <p:cmAuthor id="158" name="朱晓瑜" initials="朱" lastIdx="0" clrIdx="157"/>
  <p:cmAuthor id="159" name="Saku Uchikawa" initials="S" lastIdx="0" clrIdx="158"/>
  <p:cmAuthor id="160" name="djj" initials="d" lastIdx="0" clrIdx="159"/>
  <p:cmAuthor id="161" name="張秀娟" initials="張" lastIdx="0" clrIdx="160"/>
  <p:cmAuthor id="162" name="lianghb" initials="l" lastIdx="0" clrIdx="161"/>
  <p:cmAuthor id="163" name="Shawna Strickland" initials="S" lastIdx="0" clrIdx="162"/>
  <p:cmAuthor id="164" name="linyd" initials="l" lastIdx="0" clrIdx="163"/>
  <p:cmAuthor id="165" name="Ashley Eberenz" initials="A" lastIdx="0" clrIdx="164"/>
  <p:cmAuthor id="166" name="muzi wei" initials="m" lastIdx="0" clrIdx="165"/>
  <p:cmAuthor id="167" name="未知用户56" initials="未" lastIdx="0" clrIdx="166"/>
  <p:cmAuthor id="168" name="未知用户55" initials="未" lastIdx="0" clrIdx="167"/>
  <p:cmAuthor id="169" name="未知用户51" initials="未" lastIdx="0" clrIdx="168"/>
  <p:cmAuthor id="170" name="LeeElva" initials="L" lastIdx="0" clrIdx="169"/>
  <p:cmAuthor id="171" name="唐可欣" initials="唐" lastIdx="0" clrIdx="170"/>
  <p:cmAuthor id="172" name="未知的使用者36" initials="未" lastIdx="0" clrIdx="171"/>
  <p:cmAuthor id="173" name="未知的使用者35" initials="未" lastIdx="0" clrIdx="172"/>
  <p:cmAuthor id="174" name="未知的使用者33" initials="未" lastIdx="0" clrIdx="173"/>
  <p:cmAuthor id="175" name="王鹏凯" initials="王" lastIdx="0" clrIdx="174"/>
  <p:cmAuthor id="176" name="未知的使用者34" initials="未" lastIdx="0" clrIdx="175"/>
  <p:cmAuthor id="177" name="未知用户28" initials="未" lastIdx="0" clrIdx="176"/>
  <p:cmAuthor id="178" name="未知用户12" initials="未" lastIdx="0" clrIdx="177"/>
  <p:cmAuthor id="179" name="未知的使用者37" initials="未" lastIdx="0" clrIdx="178"/>
  <p:cmAuthor id="180" name="Harry xu" initials="H" lastIdx="0" clrIdx="179"/>
  <p:cmAuthor id="181" name="未知的使用者59" initials="未" lastIdx="0" clrIdx="180"/>
  <p:cmAuthor id="182" name="未知的使用者60" initials="未" lastIdx="0" clrIdx="181"/>
  <p:cmAuthor id="183" name="未知的使用者54" initials="未" lastIdx="0" clrIdx="182"/>
  <p:cmAuthor id="184" name="未知用户47" initials="未" lastIdx="0" clrIdx="183"/>
  <p:cmAuthor id="185" name="未知用户53" initials="未" lastIdx="0" clrIdx="184"/>
  <p:cmAuthor id="186" name="未知用户48" initials="未" lastIdx="0" clrIdx="185"/>
  <p:cmAuthor id="187" name="未知用户49" initials="未" lastIdx="0" clrIdx="186"/>
  <p:cmAuthor id="188" name="未知的使用者56" initials="未" lastIdx="0" clrIdx="187"/>
  <p:cmAuthor id="189" name="未知的使用者61" initials="未" lastIdx="0" clrIdx="188"/>
  <p:cmAuthor id="190" name="未知的使用者62" initials="未" lastIdx="0" clrIdx="189"/>
  <p:cmAuthor id="191" name="未知的使用者58" initials="未" lastIdx="0" clrIdx="190"/>
  <p:cmAuthor id="192" name="未知用户50" initials="未" lastIdx="0" clrIdx="191"/>
  <p:cmAuthor id="193" name="未知用户52" initials="未" lastIdx="0" clrIdx="192"/>
  <p:cmAuthor id="194" name="未知的使用者120" initials="未" lastIdx="0" clrIdx="193"/>
  <p:cmAuthor id="195" name="未知的使用者109" initials="未" lastIdx="0" clrIdx="194"/>
  <p:cmAuthor id="196" name="未知的使用者110" initials="未" lastIdx="0" clrIdx="195"/>
  <p:cmAuthor id="197" name="未知的使用者111" initials="未" lastIdx="0" clrIdx="196"/>
  <p:cmAuthor id="198" name="未知的使用者121" initials="未" lastIdx="0" clrIdx="197"/>
  <p:cmAuthor id="199" name="thomas" initials="t" lastIdx="0" clrIdx="198"/>
  <p:cmAuthor id="200" name="未知的使用者113" initials="未" lastIdx="0" clrIdx="199"/>
  <p:cmAuthor id="201" name="未知的使用者122" initials="未" lastIdx="0" clrIdx="200"/>
  <p:cmAuthor id="202" name="未知的使用者123" initials="未" lastIdx="0" clrIdx="201"/>
  <p:cmAuthor id="203" name="未知的使用者124" initials="未" lastIdx="0" clrIdx="202"/>
  <p:cmAuthor id="204" name="未知的使用者125" initials="未" lastIdx="0" clrIdx="203"/>
  <p:cmAuthor id="205" name="未知的使用者118" initials="未" lastIdx="0" clrIdx="204"/>
  <p:cmAuthor id="206" name="未知的使用者126" initials="未" lastIdx="0" clrIdx="205"/>
  <p:cmAuthor id="207" name="未知用户57" initials="未" lastIdx="0" clrIdx="206"/>
  <p:cmAuthor id="208" name="未知用户58" initials="未" lastIdx="0" clrIdx="207"/>
  <p:cmAuthor id="209" name="未知用户59" initials="未" lastIdx="0" clrIdx="208"/>
  <p:cmAuthor id="210" name="yuexuejun" initials="y" lastIdx="0" clrIdx="209"/>
  <p:cmAuthor id="211" name="曾蓓/贝贝" initials="曾" lastIdx="0" clrIdx="210"/>
  <p:cmAuthor id="212" name="未知的使用者74" initials="未" lastIdx="0" clrIdx="211"/>
  <p:cmAuthor id="213" name="未知的使用者76" initials="未" lastIdx="0" clrIdx="212"/>
  <p:cmAuthor id="214" name="未知的使用者70" initials="未" lastIdx="0" clrIdx="213"/>
  <p:cmAuthor id="215" name="未知的使用者73" initials="未" lastIdx="0" clrIdx="214"/>
  <p:cmAuthor id="216" name="未知的使用者67" initials="未" lastIdx="0" clrIdx="215"/>
  <p:cmAuthor id="217" name="未知的使用者68" initials="未" lastIdx="0" clrIdx="216"/>
  <p:cmAuthor id="218" name="未知的使用者69" initials="未" lastIdx="0" clrIdx="217"/>
  <p:cmAuthor id="219" name="未知的使用者43" initials="未" lastIdx="0" clrIdx="218"/>
  <p:cmAuthor id="220" name="未知的使用者40" initials="未" lastIdx="0" clrIdx="219"/>
  <p:cmAuthor id="221" name="未知的使用者55" initials="未" lastIdx="0" clrIdx="220"/>
  <p:cmAuthor id="222" name="未知的使用者52" initials="未" lastIdx="0" clrIdx="221"/>
  <p:cmAuthor id="223" name="未知的使用者72" initials="未" lastIdx="0" clrIdx="222"/>
  <p:cmAuthor id="224" name="施普希（菜菜）" initials="施" lastIdx="0" clrIdx="223"/>
  <p:cmAuthor id="225" name="未知的使用者71" initials="未" lastIdx="0" clrIdx="224"/>
  <p:cmAuthor id="226" name="不明使用者20" initials="不" lastIdx="0" clrIdx="225"/>
  <p:cmAuthor id="227" name="不明使用者21" initials="不" lastIdx="0" clrIdx="226"/>
  <p:cmAuthor id="228" name="不明使用者18" initials="不" lastIdx="0" clrIdx="227"/>
  <p:cmAuthor id="229" name="不明使用者19" initials="不" lastIdx="0" clrIdx="228"/>
  <p:cmAuthor id="230" name="未知用户93" initials="未" lastIdx="0" clrIdx="229"/>
  <p:cmAuthor id="231" name="未知用户90" initials="未" lastIdx="0" clrIdx="230"/>
  <p:cmAuthor id="232" name="未知用户91" initials="未" lastIdx="0" clrIdx="231"/>
  <p:cmAuthor id="233" name="未知用户92" initials="未" lastIdx="0" clrIdx="232"/>
  <p:cmAuthor id="234" name="未知用户74" initials="未" lastIdx="0" clrIdx="233"/>
  <p:cmAuthor id="235" name="未知用户75" initials="未" lastIdx="0" clrIdx="234"/>
  <p:cmAuthor id="236" name="未知用户76" initials="未" lastIdx="0" clrIdx="235"/>
  <p:cmAuthor id="237" name="未知用户77" initials="未" lastIdx="0" clrIdx="236"/>
  <p:cmAuthor id="238" name="未知用户78" initials="未" lastIdx="0" clrIdx="237"/>
  <p:cmAuthor id="239" name="未知用户79" initials="未" lastIdx="0" clrIdx="238"/>
  <p:cmAuthor id="240" name="未知用户80" initials="未" lastIdx="0" clrIdx="239"/>
  <p:cmAuthor id="241" name="未知用户81" initials="未" lastIdx="0" clrIdx="240"/>
  <p:cmAuthor id="242" name="未知的使用者95" initials="未" lastIdx="0" clrIdx="241"/>
  <p:cmAuthor id="243" name="未知的使用者92" initials="未" lastIdx="0" clrIdx="242"/>
  <p:cmAuthor id="244" name="未知的使用者93" initials="未" lastIdx="0" clrIdx="243"/>
  <p:cmAuthor id="245" name="未知的使用者94" initials="未" lastIdx="0" clrIdx="244"/>
  <p:cmAuthor id="246" name="Christina" initials="C" lastIdx="0" clrIdx="245"/>
  <p:cmAuthor id="247" name="jet" initials="j" lastIdx="0" clrIdx="246"/>
  <p:cmAuthor id="248" name="未知用户61" initials="未" lastIdx="0" clrIdx="247"/>
  <p:cmAuthor id="249" name="未知用户60" initials="未" lastIdx="0" clrIdx="248"/>
  <p:cmAuthor id="250" name="Unknown User24" initials="U" lastIdx="0" clrIdx="249"/>
  <p:cmAuthor id="251" name="Unknown User25" initials="U" lastIdx="0" clrIdx="250"/>
  <p:cmAuthor id="252" name="Unknown User26" initials="U" lastIdx="0" clrIdx="251"/>
  <p:cmAuthor id="253" name="Unknown User27" initials="U" lastIdx="0" clrIdx="252"/>
  <p:cmAuthor id="254" name="Unknown User28" initials="U" lastIdx="0" clrIdx="253"/>
  <p:cmAuthor id="255" name="Unknown User11" initials="U" lastIdx="0" clrIdx="254"/>
  <p:cmAuthor id="256" name="Unknown User22" initials="U" lastIdx="0" clrIdx="255"/>
  <p:cmAuthor id="257" name="Unknown User23" initials="U" lastIdx="0" clrIdx="256"/>
  <p:cmAuthor id="258" name="未知的使用者112" initials="未" lastIdx="0" clrIdx="257"/>
  <p:cmAuthor id="259" name="未知的使用者107" initials="未" lastIdx="0" clrIdx="258"/>
  <p:cmAuthor id="260" name="未知的使用者108" initials="未" lastIdx="0" clrIdx="259"/>
  <p:cmAuthor id="261" name="未知的使用者98" initials="未" lastIdx="0" clrIdx="260"/>
  <p:cmAuthor id="262" name="未知的使用者145" initials="未" lastIdx="0" clrIdx="261"/>
  <p:cmAuthor id="263" name="未知的使用者146" initials="未" lastIdx="0" clrIdx="262"/>
  <p:cmAuthor id="264" name="未知的使用者147" initials="未" lastIdx="0" clrIdx="263"/>
  <p:cmAuthor id="265" name="未知的使用者144" initials="未" lastIdx="0" clrIdx="264"/>
  <p:cmAuthor id="266" name="未知的使用者133" initials="未" lastIdx="0" clrIdx="265"/>
  <p:cmAuthor id="267" name="未知的使用者134" initials="未" lastIdx="0" clrIdx="266"/>
  <p:cmAuthor id="268" name="未知的使用者135" initials="未" lastIdx="0" clrIdx="267"/>
  <p:cmAuthor id="269" name="未知的使用者136" initials="未" lastIdx="0" clrIdx="268"/>
  <p:cmAuthor id="270" name="未知的使用者137" initials="未" lastIdx="0" clrIdx="269"/>
  <p:cmAuthor id="271" name="未知的使用者138" initials="未" lastIdx="0" clrIdx="270"/>
  <p:cmAuthor id="272" name="未知的使用者139" initials="未" lastIdx="0" clrIdx="271"/>
  <p:cmAuthor id="273" name="未知的使用者140" initials="未" lastIdx="0" clrIdx="272"/>
  <p:cmAuthor id="274" name="未知的使用者197" initials="未" lastIdx="0" clrIdx="273"/>
  <p:cmAuthor id="275" name="未知的使用者162" initials="未" lastIdx="0" clrIdx="274"/>
  <p:cmAuthor id="276" name="未知的使用者163" initials="未" lastIdx="0" clrIdx="275"/>
  <p:cmAuthor id="277" name="未知的使用者170" initials="未" lastIdx="0" clrIdx="276"/>
  <p:cmAuthor id="278" name="未知的使用者165" initials="未" lastIdx="0" clrIdx="277"/>
  <p:cmAuthor id="279" name="未知的使用者158" initials="未" lastIdx="0" clrIdx="278"/>
  <p:cmAuthor id="280" name="未知的使用者148" initials="未" lastIdx="0" clrIdx="279"/>
  <p:cmAuthor id="281" name="Admin" initials="A" lastIdx="0" clrIdx="280"/>
  <p:cmAuthor id="282" name="Pei" initials="P" lastIdx="0" clrIdx="281"/>
  <p:cmAuthor id="283" name="未知用户82" initials="未" lastIdx="0" clrIdx="282"/>
  <p:cmAuthor id="284" name="侯 林" initials="侯" lastIdx="0" clrIdx="283"/>
  <p:cmAuthor id="285" name="WPS_1679281038" initials="W" lastIdx="0" clrIdx="284"/>
  <p:cmAuthor id="286" name="刘浩" initials="刘" lastIdx="0" clrIdx="285"/>
  <p:cmAuthor id="287" name="Vivian Liu" initials="VL" lastIdx="0" clrIdx="286"/>
  <p:cmAuthor id="288" name="WPS" initials="W" lastIdx="0" clrIdx="287"/>
  <p:cmAuthor id="289" name="123" initials="1" lastIdx="0" clrIdx="288"/>
  <p:cmAuthor id="290" name="未知用户11" initials="未" lastIdx="0" clrIdx="289"/>
  <p:cmAuthor id="291" name="Daniella" initials="" lastIdx="0" clrIdx="290"/>
  <p:cmAuthor id="292" name="未知用户353" initials="未" lastIdx="0" clrIdx="291"/>
  <p:cmAuthor id="293" name="Achim Bauer" initials="A" lastIdx="0" clrIdx="292"/>
  <p:cmAuthor id="294" name="未知用户354" initials="未" lastIdx="0" clrIdx="293"/>
  <p:cmAuthor id="295" name="Li Yanbing" initials="L" lastIdx="0" clrIdx="294"/>
  <p:cmAuthor id="296" name="未知用户355" initials="未" lastIdx="0" clrIdx="295"/>
  <p:cmAuthor id="297" name="König Philipp" initials="K" lastIdx="0" clrIdx="296"/>
  <p:cmAuthor id="298" name="未知用户356" initials="未" lastIdx="0" clrIdx="297"/>
  <p:cmAuthor id="299" name="YUAN LI" initials="Y" lastIdx="0" clrIdx="298"/>
  <p:cmAuthor id="300" name="未知用户378" initials="未" lastIdx="0" clrIdx="299"/>
  <p:cmAuthor id="301" name="未知用户357" initials="未" lastIdx="0" clrIdx="300"/>
  <p:cmAuthor id="302" name="未知用户362" initials="未" lastIdx="0" clrIdx="301"/>
  <p:cmAuthor id="303" name="wangyi" initials="w" lastIdx="0" clrIdx="302"/>
  <p:cmAuthor id="304" name="未知用户363" initials="未" lastIdx="0" clrIdx="303"/>
  <p:cmAuthor id="305" name="未知用户374" initials="未" lastIdx="0" clrIdx="304"/>
  <p:cmAuthor id="306" name="微软用户" initials="微" lastIdx="0" clrIdx="305"/>
  <p:cmAuthor id="307" name="未知用户375" initials="未" lastIdx="0" clrIdx="306"/>
  <p:cmAuthor id="308" name="番茄花园" initials="番" lastIdx="0" clrIdx="307"/>
  <p:cmAuthor id="309" name="未知用户369" initials="未" lastIdx="0" clrIdx="308"/>
  <p:cmAuthor id="310" name="未知用户376" initials="未" lastIdx="0" clrIdx="309"/>
  <p:cmAuthor id="311" name="未知用户377" initials="未" lastIdx="0" clrIdx="310"/>
  <p:cmAuthor id="312" name="feng wei" initials="f" lastIdx="0" clrIdx="311"/>
  <p:cmAuthor id="313" name="未知用户372" initials="未" lastIdx="0" clrIdx="312"/>
  <p:cmAuthor id="314" name="Picc" initials="P" lastIdx="0" clrIdx="313"/>
  <p:cmAuthor id="315" name="CommUser" initials="C" lastIdx="0" clrIdx="314"/>
  <p:cmAuthor id="316" name="朱崟" initials="朱" lastIdx="0" clrIdx="315"/>
  <p:cmAuthor id="317" name="qing zhou" initials="q" lastIdx="0" clrIdx="316"/>
  <p:cmAuthor id="318" name="未知用户466" initials="未" lastIdx="0" clrIdx="317"/>
  <p:cmAuthor id="319" name="Bryan-YB Wang" initials="B" lastIdx="0" clrIdx="318"/>
  <p:cmAuthor id="320" name="未知用户460" initials="未" lastIdx="0" clrIdx="319"/>
  <p:cmAuthor id="321" name="ThinkPad" initials="T" lastIdx="0" clrIdx="320"/>
  <p:cmAuthor id="322" name="未知用户454" initials="未" lastIdx="0" clrIdx="321"/>
  <p:cmAuthor id="323" name="未知用户461" initials="未" lastIdx="0" clrIdx="322"/>
  <p:cmAuthor id="324" name="hp" initials="h" lastIdx="0" clrIdx="323"/>
  <p:cmAuthor id="325" name="未知用户455" initials="未" lastIdx="0" clrIdx="324"/>
  <p:cmAuthor id="326" name="apple-pc" initials="a" lastIdx="0" clrIdx="325"/>
  <p:cmAuthor id="327" name="未知用户462" initials="未" lastIdx="0" clrIdx="326"/>
  <p:cmAuthor id="328" name="peng yuan" initials="py" lastIdx="0" clrIdx="327"/>
  <p:cmAuthor id="329" name="未知用户465" initials="未" lastIdx="0" clrIdx="328"/>
  <p:cmAuthor id="330" name="未知用户457" initials="未" lastIdx="0" clrIdx="329"/>
  <p:cmAuthor id="331" name="Administrator" initials="A" lastIdx="0" clrIdx="330"/>
  <p:cmAuthor id="332" name="未知用户450" initials="未" lastIdx="0" clrIdx="331"/>
  <p:cmAuthor id="333" name="Amanda" initials="A" lastIdx="0" clrIdx="332"/>
  <p:cmAuthor id="334" name="未知用户463" initials="未" lastIdx="0" clrIdx="333"/>
  <p:cmAuthor id="335" name="彭晓锋" initials="彭晓锋" lastIdx="0" clrIdx="334"/>
  <p:cmAuthor id="336" name="未知用户467" initials="未" lastIdx="0" clrIdx="335"/>
  <p:cmAuthor id="337" name="PC" initials="P" lastIdx="0" clrIdx="336"/>
  <p:cmAuthor id="338" name="未知用户468" initials="未" lastIdx="0" clrIdx="337"/>
  <p:cmAuthor id="339" name="罗彬" initials="罗" lastIdx="0" clrIdx="338"/>
  <p:cmAuthor id="340" name="未知用户469" initials="未" lastIdx="0" clrIdx="339"/>
  <p:cmAuthor id="341" name="刘盛潮" initials="刘" lastIdx="0" clrIdx="340"/>
  <p:cmAuthor id="342" name="未知用户458" initials="未" lastIdx="0" clrIdx="341"/>
  <p:cmAuthor id="343" name="1 mac" initials="1" lastIdx="0" clrIdx="342"/>
  <p:cmAuthor id="344" name="未知用户470" initials="未" lastIdx="0" clrIdx="343"/>
  <p:cmAuthor id="345" name="宋昆" initials="宋" lastIdx="0" clrIdx="344"/>
  <p:cmAuthor id="346" name="未知用户471" initials="未" lastIdx="0" clrIdx="345"/>
  <p:cmAuthor id="347" name="Jinyi" initials="J" lastIdx="0" clrIdx="346"/>
  <p:cmAuthor id="348" name="未知用户472" initials="未" lastIdx="0" clrIdx="347"/>
  <p:cmAuthor id="349" name="江涛 李" initials="江" lastIdx="0" clrIdx="348"/>
  <p:cmAuthor id="350" name="未知用户473" initials="未" lastIdx="0" clrIdx="349"/>
  <p:cmAuthor id="351" name="未知用户235" initials="未" lastIdx="0" clrIdx="350"/>
  <p:cmAuthor id="352" name="caoyq0624" initials="c" lastIdx="0" clrIdx="351"/>
  <p:cmAuthor id="353" name="未知用户453" initials="未" lastIdx="0" clrIdx="352"/>
  <p:cmAuthor id="354" name="Q Q" initials="Q" lastIdx="0" clrIdx="353"/>
  <p:cmAuthor id="355" name="未知用户474" initials="未" lastIdx="0" clrIdx="354"/>
  <p:cmAuthor id="356" name="未知用户18" initials="未" lastIdx="0" clrIdx="355"/>
  <p:cmAuthor id="357" name="未知用户475" initials="未" lastIdx="0" clrIdx="356"/>
  <p:cmAuthor id="358" name="柳 先涛" initials="柳" lastIdx="0" clrIdx="357"/>
  <p:cmAuthor id="359" name="未知用户476" initials="未" lastIdx="0" clrIdx="358"/>
  <p:cmAuthor id="360" name="benbenonroad zhao" initials="b" lastIdx="0" clrIdx="359"/>
  <p:cmAuthor id="361" name="未知用户459" initials="未" lastIdx="0" clrIdx="360"/>
  <p:cmAuthor id="362" name="SHMILY" initials="S" lastIdx="0" clrIdx="361"/>
  <p:cmAuthor id="363" name="未知用户489" initials="未" lastIdx="0" clrIdx="362"/>
  <p:cmAuthor id="364" name="Gallivan, John-Paul {MDAO~Basel}" initials="G" lastIdx="0" clrIdx="363"/>
  <p:cmAuthor id="365" name="未知用户488" initials="未" lastIdx="0" clrIdx="364"/>
  <p:cmAuthor id="366" name="Helms, Hans-Joachim {MDBA~Basel}" initials="H" lastIdx="0" clrIdx="365"/>
  <p:cmAuthor id="367" name="未知用户490" initials="未" lastIdx="0" clrIdx="366"/>
  <p:cmAuthor id="368" name="Codon Medical" initials="C" lastIdx="0" clrIdx="367"/>
  <p:cmAuthor id="369" name="未知用户477" initials="未" lastIdx="0" clrIdx="368"/>
  <p:cmAuthor id="370" name="Petersen, Jenny {MDBD~South San Francisco}" initials="P" lastIdx="0" clrIdx="369"/>
  <p:cmAuthor id="371" name="未知用户478" initials="未" lastIdx="0" clrIdx="370"/>
  <p:cmAuthor id="372" name="Charlotte Williams" initials="C" lastIdx="0" clrIdx="371"/>
  <p:cmAuthor id="373" name="未知用户479" initials="未" lastIdx="0" clrIdx="372"/>
  <p:cmAuthor id="374" name="catlaohu" initials="c" lastIdx="0" clrIdx="373"/>
  <p:cmAuthor id="375" name="未知用户480" initials="未" lastIdx="0" clrIdx="374"/>
  <p:cmAuthor id="376" name="USER" initials="U" lastIdx="0" clrIdx="375"/>
  <p:cmAuthor id="377" name="未知用户481" initials="未" lastIdx="0" clrIdx="376"/>
  <p:cmAuthor id="378" name="grace" initials="g" lastIdx="0" clrIdx="377"/>
  <p:cmAuthor id="379" name="未知用户482" initials="未" lastIdx="0" clrIdx="378"/>
  <p:cmAuthor id="380" name="hy-tkyl" initials="h" lastIdx="0" clrIdx="379"/>
  <p:cmAuthor id="381" name="未知用户483" initials="未" lastIdx="0" clrIdx="380"/>
  <p:cmAuthor id="382" name="黄元" initials="黄" lastIdx="0" clrIdx="381"/>
  <p:cmAuthor id="383" name="未知用户484" initials="未" lastIdx="0" clrIdx="382"/>
  <p:cmAuthor id="384" name="clic" initials="c" lastIdx="0" clrIdx="383"/>
  <p:cmAuthor id="385" name="未知用户485" initials="未" lastIdx="0" clrIdx="384"/>
  <p:cmAuthor id="386" name="胡君" initials="胡" lastIdx="0" clrIdx="385"/>
  <p:cmAuthor id="387" name="未知用户486" initials="未" lastIdx="0" clrIdx="386"/>
  <p:cmAuthor id="388" name="未知用户452" initials="未" lastIdx="0" clrIdx="387"/>
  <p:cmAuthor id="389" name="Franca, Ryan {MDAO~Basel}" initials="F" lastIdx="0" clrIdx="388"/>
  <p:cmAuthor id="390" name="未知用户456" initials="未" lastIdx="0" clrIdx="389"/>
  <p:cmAuthor id="391" name="Bart Baranowski (HI)" initials="B" lastIdx="0" clrIdx="390"/>
  <p:cmAuthor id="392" name="未知用户464" initials="未" lastIdx="0" clrIdx="391"/>
  <p:cmAuthor id="393" name="冰箱" initials="冰" lastIdx="0" clrIdx="392"/>
  <p:cmAuthor id="394" name="未知用户487" initials="未" lastIdx="0" clrIdx="393"/>
  <p:cmAuthor id="395" name="Andrew Moss (HI)" initials="A" lastIdx="0" clrIdx="394"/>
  <p:cmAuthor id="396" name="刘莹" initials="刘" lastIdx="0" clrIdx="395"/>
  <p:cmAuthor id="397" name="tplife" initials="t" lastIdx="0" clrIdx="396"/>
  <p:cmAuthor id="398" name="仝德志" initials="仝" lastIdx="0" clrIdx="397"/>
  <p:cmAuthor id="399" name="stillu" initials="s" lastIdx="0" clrIdx="398"/>
  <p:cmAuthor id="400" name="吴晓梅" initials="吴" lastIdx="0" clrIdx="399"/>
  <p:cmAuthor id="401" name="seki" initials="s" lastIdx="0" clrIdx="400"/>
  <p:cmAuthor id="402" name="liquanxi" initials="l" lastIdx="0" clrIdx="401"/>
  <p:cmAuthor id="403" name="王怀璋" initials="王" lastIdx="0" clrIdx="402"/>
  <p:cmAuthor id="404" name="lenovo0" initials="l" lastIdx="0" clrIdx="403"/>
  <p:cmAuthor id="405" name="Tracy Chen" initials="T" lastIdx="0" clrIdx="404"/>
  <p:cmAuthor id="406" name="dongwc0205" initials="d" lastIdx="0" clrIdx="405"/>
  <p:cmAuthor id="407" name="Sky123.Org" initials="S" lastIdx="0" clrIdx="406"/>
  <p:cmAuthor id="408" name="zhouyiming" initials="z" lastIdx="0" clrIdx="407"/>
  <p:cmAuthor id="409" name="User_2" initials="U" lastIdx="0" clrIdx="408"/>
  <p:cmAuthor id="410" name="刘承刚" initials="刘" lastIdx="0" clrIdx="409"/>
  <p:cmAuthor id="411" name="Chunting Guo" initials="CG" lastIdx="0" clrIdx="410"/>
  <p:cmAuthor id="412" name="志龙 姜" initials="志" lastIdx="0" clrIdx="411"/>
  <p:cmAuthor id="413" name="幺以谦" initials="幺" lastIdx="0" clrIdx="412"/>
  <p:cmAuthor id="414" name="徐 宁" initials="徐" lastIdx="0" clrIdx="413"/>
  <p:cmAuthor id="415" name="QBOSSCHEN" initials="Q" lastIdx="0" clrIdx="414"/>
  <p:cmAuthor id="416" name="Calvin G" initials="C" lastIdx="0" clrIdx="415"/>
  <p:cmAuthor id="417" name="张莹" initials="张" lastIdx="0" clrIdx="416"/>
  <p:cmAuthor id="418" name="MC SYSTEM" initials="M" lastIdx="0" clrIdx="417"/>
  <p:cmAuthor id="419" name="spring_ren" initials="s" lastIdx="0" clrIdx="418"/>
  <p:cmAuthor id="420" name="user" initials="u" lastIdx="0" clrIdx="419"/>
  <p:cmAuthor id="421" name="李璐---寿险总公司营销管理部" initials="李" lastIdx="0" clrIdx="420"/>
  <p:cmAuthor id="422" name="admin" initials="a" lastIdx="0" clrIdx="421"/>
  <p:cmAuthor id="423" name="未知用户410" initials="未" lastIdx="0" clrIdx="422"/>
  <p:cmAuthor id="424" name="未知用户14" initials="未" lastIdx="0" clrIdx="423"/>
  <p:cmAuthor id="425" name="kp l" initials="k" lastIdx="0" clrIdx="424"/>
  <p:cmAuthor id="426" name="朱雪松" initials="朱" lastIdx="0" clrIdx="425"/>
  <p:cmAuthor id="427" name="姜文静" initials="姜" lastIdx="0" clrIdx="426"/>
  <p:cmAuthor id="428" name="xuqing" initials="x" lastIdx="0" clrIdx="427"/>
  <p:cmAuthor id="429" name="陈依依" initials="陈" lastIdx="0" clrIdx="428"/>
  <p:cmAuthor id="430" name="王顶" initials="王" lastIdx="0" clrIdx="429"/>
  <p:cmAuthor id="431" name="ae2000" initials="a" lastIdx="0" clrIdx="430"/>
  <p:cmAuthor id="432" name="minty minty" initials="m" lastIdx="0" clrIdx="431"/>
  <p:cmAuthor id="433" name="王丹（法律）" initials="王" lastIdx="0" clrIdx="432"/>
  <p:cmAuthor id="434" name="CHEN LONG" initials="C" lastIdx="0" clrIdx="433"/>
  <p:cmAuthor id="435" name="Microsoft" initials="M" lastIdx="0" clrIdx="434"/>
  <p:cmAuthor id="436" name="滕杰" initials="滕" lastIdx="0" clrIdx="435"/>
  <p:cmAuthor id="437" name="xq" initials="x" lastIdx="0" clrIdx="436"/>
  <p:cmAuthor id="438" name="yangdi" initials="y" lastIdx="0" clrIdx="437"/>
  <p:cmAuthor id="439" name="实习生_严政宇" initials="实" lastIdx="0" clrIdx="438"/>
  <p:cmAuthor id="440" name="jxgy15" initials="j" lastIdx="0" clrIdx="439"/>
  <p:cmAuthor id="441" name="朱粒" initials="朱" lastIdx="0" clrIdx="440"/>
  <p:cmAuthor id="442" name="未知用户9" initials="未" lastIdx="0" clrIdx="441"/>
  <p:cmAuthor id="443" name="Han Bo" initials="H" lastIdx="0" clrIdx="442"/>
  <p:cmAuthor id="444" name="Qi Bonan" initials="Q" lastIdx="0" clrIdx="443"/>
  <p:cmAuthor id="445" name="田海兰" initials="田" lastIdx="0" clrIdx="444"/>
  <p:cmAuthor id="446" name="jing.xue" initials="j" lastIdx="0" clrIdx="445"/>
  <p:cmAuthor id="447" name="柯 少鹏" initials="柯" lastIdx="0" clrIdx="446"/>
  <p:cmAuthor id="448" name="ozg106" initials="o" lastIdx="0" clrIdx="447"/>
  <p:cmAuthor id="449" name="Microsoft 帐户" initials="M" lastIdx="0" clrIdx="448"/>
  <p:cmAuthor id="450" name="W Nic" initials="W" lastIdx="0" clrIdx="449"/>
  <p:cmAuthor id="451" name="Elfie" initials="E" lastIdx="0" clrIdx="450"/>
  <p:cmAuthor id="452" name="未知用户20" initials="未" lastIdx="0" clrIdx="451"/>
  <p:cmAuthor id="453" name="未知用户21" initials="未" lastIdx="0" clrIdx="452"/>
  <p:cmAuthor id="454" name="chenzheng4" initials="c" lastIdx="0" clrIdx="453"/>
  <p:cmAuthor id="455" name="岳文甲" initials="岳" lastIdx="0" clrIdx="454"/>
  <p:cmAuthor id="456" name="91huhang" initials="9" lastIdx="0" clrIdx="455"/>
  <p:cmAuthor id="457" name="潈ऎ䕨அ" initials="潈" lastIdx="0" clrIdx="456"/>
  <p:cmAuthor id="458" name="sunxp002" initials="s" lastIdx="0" clrIdx="457"/>
  <p:cmAuthor id="459" name="HaoshuaiWu" initials="H" lastIdx="0" clrIdx="458"/>
  <p:cmAuthor id="460" name="刘思蜀" initials="刘" lastIdx="0" clrIdx="459"/>
  <p:cmAuthor id="461" name="李建阳（内蒙古英才管培生）" initials="李" lastIdx="0" clrIdx="460"/>
  <p:cmAuthor id="462" name="ProMedican" initials="P" lastIdx="0" clrIdx="461"/>
  <p:cmAuthor id="463" name="侯清英" initials="侯" lastIdx="0" clrIdx="462"/>
  <p:cmAuthor id="464" name="pingchangxin@outlook.com LI" initials="p" lastIdx="0" clrIdx="463"/>
  <p:cmAuthor id="465" name="齐登宝" initials="齐" lastIdx="0" clrIdx="464"/>
  <p:cmAuthor id="466" name="张晓燕(内蒙古巴彦淖尔)" initials="张" lastIdx="0" clrIdx="465"/>
  <p:cmAuthor id="467" name="嘉" initials="嘉" lastIdx="0" clrIdx="466"/>
  <p:cmAuthor id="468" name="王凯" initials="王" lastIdx="0" clrIdx="467"/>
  <p:cmAuthor id="469" name="张妍" initials="张" lastIdx="0" clrIdx="468"/>
  <p:cmAuthor id="470" name="15002821" initials="1" lastIdx="0" clrIdx="469"/>
  <p:cmAuthor id="471" name="Windows User" initials="W" lastIdx="0" clrIdx="470"/>
  <p:cmAuthor id="472" name="57867" initials="5" lastIdx="0" clrIdx="471"/>
  <p:cmAuthor id="473" name="LUO CHENG" initials="L" lastIdx="0" clrIdx="472"/>
  <p:cmAuthor id="474" name="shenyanning-001" initials="s" lastIdx="0" clrIdx="473"/>
  <p:cmAuthor id="475" name="choky Chan" initials="c" lastIdx="0" clrIdx="474"/>
  <p:cmAuthor id="476" name="dingyuemei" initials="d" lastIdx="0" clrIdx="475"/>
  <p:cmAuthor id="477" name="Microsoft Office 用户" initials="M" lastIdx="0" clrIdx="476"/>
  <p:cmAuthor id="478" name="Evander Wan" initials="E" lastIdx="0" clrIdx="477"/>
  <p:cmAuthor id="479" name="庄伟铭zwm136200" initials="庄" lastIdx="0" clrIdx="478"/>
  <p:cmAuthor id="480" name="547716734@qq.com" initials="5" lastIdx="0" clrIdx="479"/>
  <p:cmAuthor id="481" name="林 声洋" initials="林" lastIdx="0" clrIdx="480"/>
  <p:cmAuthor id="482" name="zhengzhong" initials="z" lastIdx="0" clrIdx="481"/>
  <p:cmAuthor id="483" name="ydx2003new@163.com" initials="y" lastIdx="0" clrIdx="482"/>
  <p:cmAuthor id="484" name="肖 雷" initials="肖" lastIdx="0" clrIdx="483"/>
  <p:cmAuthor id="485" name="bing" initials="b" lastIdx="0" clrIdx="484"/>
  <p:cmAuthor id="486" name="gongxuan" initials="g" lastIdx="0" clrIdx="485"/>
  <p:cmAuthor id="487" name="hh" initials="h" lastIdx="0" clrIdx="486"/>
  <p:cmAuthor id="488" name="zhuqy3" initials="z" lastIdx="0" clrIdx="487"/>
  <p:cmAuthor id="489" name="雷庭" initials="雷" lastIdx="0" clrIdx="488"/>
  <p:cmAuthor id="490" name="H1900" initials="H" lastIdx="0" clrIdx="489"/>
  <p:cmAuthor id="491" name="f n" initials="f" lastIdx="0" clrIdx="490"/>
  <p:cmAuthor id="492" name="彭凯" initials="彭" lastIdx="0" clrIdx="491"/>
  <p:cmAuthor id="493" name="Hope0187" initials="H" lastIdx="0" clrIdx="492"/>
  <p:cmAuthor id="494" name="Sky.Wang" initials="S" lastIdx="0" clrIdx="493"/>
  <p:cmAuthor id="495" name="daiyi06" initials="d" lastIdx="0" clrIdx="494"/>
  <p:cmAuthor id="496" name="总公司培训部" initials="总" lastIdx="0" clrIdx="495"/>
  <p:cmAuthor id="497" name="廖爽亚" initials="廖" lastIdx="0" clrIdx="496"/>
  <p:cmAuthor id="498" name="James Conard" initials="J" lastIdx="0" clrIdx="497"/>
  <p:cmAuthor id="499" name="Xzjd" initials="X" lastIdx="0" clrIdx="498"/>
  <p:cmAuthor id="500" name="TaiKang" initials="T" lastIdx="0" clrIdx="499"/>
  <p:cmAuthor id="501" name="njlife" initials="n" lastIdx="0" clrIdx="500"/>
  <p:cmAuthor id="502" name="Ray" initials="R" lastIdx="0" clrIdx="501"/>
  <p:cmAuthor id="503" name="新萝卜家园" initials="新" lastIdx="0" clrIdx="502"/>
  <p:cmAuthor id="504" name="Cpic" initials="C" lastIdx="0" clrIdx="503"/>
  <p:cmAuthor id="505" name="cuizijin01" initials="c" lastIdx="0" clrIdx="504"/>
  <p:cmAuthor id="506" name="梁潇-lhq" initials="梁" lastIdx="0" clrIdx="505"/>
  <p:cmAuthor id="507" name="刘 念" initials="刘" lastIdx="0" clrIdx="506"/>
  <p:cmAuthor id="508" name="未知用户85" initials="未" lastIdx="0" clrIdx="507"/>
  <p:cmAuthor id="509" name="Wangzhi gang" initials="W" lastIdx="0" clrIdx="508"/>
  <p:cmAuthor id="510" name="未知用户86" initials="未" lastIdx="0" clrIdx="509"/>
  <p:cmAuthor id="511" name="宋春华" initials="宋" lastIdx="0" clrIdx="510"/>
  <p:cmAuthor id="512" name="lixiaosong" initials="l" lastIdx="0" clrIdx="511"/>
  <p:cmAuthor id="513" name="pangyt" initials="p" lastIdx="0" clrIdx="512"/>
  <p:cmAuthor id="514" name="李柯然" initials="李" lastIdx="0" clrIdx="513"/>
  <p:cmAuthor id="515" name="马妍" initials="马" lastIdx="0" clrIdx="514"/>
  <p:cmAuthor id="516" name="LENOVO" initials="L" lastIdx="0" clrIdx="515"/>
  <p:cmAuthor id="517" name="yanqiqi-lgd" initials="y" lastIdx="0" clrIdx="516"/>
  <p:cmAuthor id="518" name="方朝军/产品推动室/产品开发推广部/总公司" initials="方" lastIdx="0" clrIdx="517"/>
  <p:cmAuthor id="519" name="王玉" initials="王" lastIdx="0" clrIdx="518"/>
  <p:cmAuthor id="520" name="temp" initials="t" lastIdx="0" clrIdx="519"/>
  <p:cmAuthor id="521" name="Ming Zuo" initials="M" lastIdx="0" clrIdx="520"/>
  <p:cmAuthor id="522" name="未知用户44" initials="未" lastIdx="0" clrIdx="521"/>
  <p:cmAuthor id="523" name="未知用户102" initials="未" lastIdx="0" clrIdx="522"/>
  <p:cmAuthor id="524" name="张星-lgd" initials="张" lastIdx="0" clrIdx="523"/>
  <p:cmAuthor id="525" name="未知用户100" initials="未" lastIdx="0" clrIdx="524"/>
  <p:cmAuthor id="526" name="dreamsummit" initials="d" lastIdx="0" clrIdx="525"/>
  <p:cmAuthor id="527" name="未知用户94" initials="未" lastIdx="0" clrIdx="526"/>
  <p:cmAuthor id="528" name="张 博" initials="张" lastIdx="0" clrIdx="527"/>
  <p:cmAuthor id="529" name="未知用户99" initials="未" lastIdx="0" clrIdx="528"/>
  <p:cmAuthor id="530" name="LS" initials="L" lastIdx="0" clrIdx="529"/>
  <p:cmAuthor id="531" name="liulan" initials="l" lastIdx="0" clrIdx="530"/>
  <p:cmAuthor id="532" name="McGlasson, Louise" initials="M" lastIdx="0" clrIdx="531"/>
  <p:cmAuthor id="533" name="pc" initials="p" lastIdx="0" clrIdx="532"/>
  <p:cmAuthor id="534" name="Morgan, Aaron" initials="M" lastIdx="0" clrIdx="533"/>
  <p:cmAuthor id="535" name="weige" initials="w" lastIdx="0" clrIdx="534"/>
  <p:cmAuthor id="536" name="孙青川" initials="孙" lastIdx="0" clrIdx="535"/>
  <p:cmAuthor id="537" name="Chinalife_Cz" initials="C" lastIdx="0" clrIdx="536"/>
  <p:cmAuthor id="538" name="李 俊琦" initials="李" lastIdx="0" clrIdx="537"/>
  <p:cmAuthor id="539" name="程玉珍" initials="程" lastIdx="0" clrIdx="538"/>
  <p:cmAuthor id="540" name="沈 鹤" initials="沈" lastIdx="0" clrIdx="539"/>
  <p:cmAuthor id="541" name="核保" initials="核" lastIdx="0" clrIdx="540"/>
  <p:cmAuthor id="542" name="jilin" initials="j" lastIdx="0" clrIdx="541"/>
  <p:cmAuthor id="543" name="apple" initials="a" lastIdx="0" clrIdx="542"/>
  <p:cmAuthor id="544" name="王保青-pah" initials="王" lastIdx="0" clrIdx="543"/>
  <p:cmAuthor id="545" name="Lenovo User" initials="L" lastIdx="0" clrIdx="544"/>
  <p:cmAuthor id="546" name="Luo Mingjie" initials="L" lastIdx="0" clrIdx="545"/>
  <p:cmAuthor id="547" name="Judith" initials="J" lastIdx="0" clrIdx="546"/>
  <p:cmAuthor id="548" name="Jason Li" initials="J" lastIdx="0" clrIdx="547"/>
  <p:cmAuthor id="549" name="2819264246@qq.com" initials="2" lastIdx="0" clrIdx="548"/>
  <p:cmAuthor id="550" name="duxingge" initials="d" lastIdx="0" clrIdx="549"/>
  <p:cmAuthor id="551" name="周涛" initials="周" lastIdx="0" clrIdx="550"/>
  <p:cmAuthor id="552" name="yingchao xi" initials="y" lastIdx="0" clrIdx="551"/>
  <p:cmAuthor id="553" name="张洲萌" initials="张" lastIdx="0" clrIdx="552"/>
  <p:cmAuthor id="554" name="depeng diao" initials="d" lastIdx="0" clrIdx="553"/>
  <p:cmAuthor id="555" name="Temp" initials="T" lastIdx="0" clrIdx="554"/>
  <p:cmAuthor id="556" name="amyzhang" initials="a" lastIdx="0" clrIdx="555"/>
  <p:cmAuthor id="557" name="翟宏帅" initials="翟" lastIdx="0" clrIdx="556"/>
  <p:cmAuthor id="558" name="JerryW" initials="J" lastIdx="0" clrIdx="557"/>
  <p:cmAuthor id="559" name="zhang ju" initials="z" lastIdx="0" clrIdx="558"/>
  <p:cmAuthor id="560" name="shenyy" initials="s" lastIdx="0" clrIdx="559"/>
  <p:cmAuthor id="561" name="xuhaoyu" initials="x" lastIdx="0" clrIdx="560"/>
  <p:cmAuthor id="562" name="Jason Cheung" initials="J" lastIdx="0" clrIdx="561"/>
  <p:cmAuthor id="563" name="志国 刘" initials="志" lastIdx="0" clrIdx="562"/>
  <p:cmAuthor id="564" name="刘笑" initials="刘" lastIdx="0" clrIdx="563"/>
  <p:cmAuthor id="565" name="Author" initials="A" lastIdx="0" clrIdx="564"/>
  <p:cmAuthor id="566" name="中国人寿曲阜公司个险部" initials="中" lastIdx="0" clrIdx="565"/>
  <p:cmAuthor id="567" name="Maggie" initials="M" lastIdx="0" clrIdx="566"/>
  <p:cmAuthor id="568" name="李 昊" initials="李" lastIdx="0" clrIdx="567"/>
  <p:cmAuthor id="569" name="b1487" initials="b" lastIdx="0" clrIdx="568"/>
  <p:cmAuthor id="570" name="谭开元/国寿协同部/总行信用卡中心/广发银行" initials="谭" lastIdx="0" clrIdx="569"/>
  <p:cmAuthor id="571" name="deeplm" initials="d" lastIdx="0" clrIdx="570"/>
  <p:cmAuthor id="572" name="Zhou Xuanjun" initials="Z" lastIdx="0" clrIdx="571"/>
  <p:cmAuthor id="573" name="M7100z-win7" initials="M" lastIdx="0" clrIdx="572"/>
  <p:cmAuthor id="574" name="Kingsoft" initials="K" lastIdx="0" clrIdx="573"/>
  <p:cmAuthor id="575" name="聂潇丽" initials="聂" lastIdx="0" clrIdx="574"/>
  <p:cmAuthor id="576" name="Wanwei Liang" initials="W" lastIdx="0" clrIdx="575"/>
  <p:cmAuthor id="577" name="韩冰" initials="韩" lastIdx="0" clrIdx="576"/>
  <p:cmAuthor id="578" name="郭禹希" initials="郭" lastIdx="0" clrIdx="577"/>
  <p:cmAuthor id="579" name="YZB" initials="Y" lastIdx="0" clrIdx="578"/>
  <p:cmAuthor id="580" name="xt256.com" initials="x" lastIdx="0" clrIdx="579"/>
  <p:cmAuthor id="581" name="jiansheng li" initials="j" lastIdx="0" clrIdx="580"/>
  <p:cmAuthor id="582" name="Meredith Kalish" initials="M" lastIdx="0" clrIdx="581"/>
  <p:cmAuthor id="583" name="Sandra" initials="S" lastIdx="0" clrIdx="582"/>
  <p:cmAuthor id="584" name="LiWei" initials="L" lastIdx="0" clrIdx="583"/>
  <p:cmAuthor id="585" name="acer" initials="a" lastIdx="0" clrIdx="584"/>
  <p:cmAuthor id="586" name="ZhangYu" initials="Z" lastIdx="0" clrIdx="585"/>
  <p:cmAuthor id="587" name="星辰" initials="星" lastIdx="0" clrIdx="586"/>
  <p:cmAuthor id="588" name="asuse" initials="a" lastIdx="0" clrIdx="587"/>
  <p:cmAuthor id="589" name="Poseidon" initials="P" lastIdx="0" clrIdx="588"/>
  <p:cmAuthor id="590" name="鱼 飞" initials="鱼" lastIdx="0" clrIdx="589"/>
  <p:cmAuthor id="591" name="沈霄雷" initials="沈" lastIdx="0" clrIdx="590"/>
  <p:cmAuthor id="592" name="sdlife" initials="s" lastIdx="0" clrIdx="591"/>
  <p:cmAuthor id="593" name="SF" initials="S" lastIdx="0" clrIdx="592"/>
  <p:cmAuthor id="594" name="董晔" initials="董" lastIdx="0" clrIdx="593"/>
  <p:cmAuthor id="595" name="sammi" initials="s" lastIdx="0" clrIdx="594"/>
  <p:cmAuthor id="596" name="可臣 王" initials="可" lastIdx="0" clrIdx="595"/>
  <p:cmAuthor id="597" name="zhangmh@httz.cc" initials="z" lastIdx="0" clrIdx="596"/>
  <p:cmAuthor id="598" name="qqqqq" initials="q" lastIdx="0" clrIdx="597"/>
  <p:cmAuthor id="599" name="Tyx" initials="T" lastIdx="0" clrIdx="598"/>
  <p:cmAuthor id="600" name="幸全" initials="幸" lastIdx="0" clrIdx="599"/>
  <p:cmAuthor id="601" name="lili" initials="lili" lastIdx="0" clrIdx="600"/>
  <p:cmAuthor id="602" name="gw" initials="g" lastIdx="0" clrIdx="601"/>
  <p:cmAuthor id="603" name="User" initials="U" lastIdx="0" clrIdx="602"/>
  <p:cmAuthor id="604" name="刘彩琴" initials="刘" lastIdx="0" clrIdx="603"/>
  <p:cmAuthor id="605" name="admini" initials="a" lastIdx="0" clrIdx="604"/>
  <p:cmAuthor id="606" name="Wang Sisi" initials="W" lastIdx="0" clrIdx="605"/>
  <p:cmAuthor id="607" name="tslife" initials="t" lastIdx="0" clrIdx="606"/>
  <p:cmAuthor id="608" name="未知用户43" initials="未" lastIdx="0" clrIdx="607"/>
  <p:cmAuthor id="609" name="未知用户45" initials="未" lastIdx="0" clrIdx="608"/>
  <p:cmAuthor id="610" name="sun frank" initials="s" lastIdx="0" clrIdx="609"/>
  <p:cmAuthor id="611" name="yaoxiaojun" initials="y" lastIdx="0" clrIdx="610"/>
  <p:cmAuthor id="612" name="徐 伟钦" initials="徐" lastIdx="0" clrIdx="611"/>
  <p:cmAuthor id="613" name="李昕玫" initials="李" lastIdx="0" clrIdx="612"/>
  <p:cmAuthor id="614" name="lianxing liao" initials="l" lastIdx="0" clrIdx="613"/>
  <p:cmAuthor id="615" name="未知用户" initials="未" lastIdx="0" clrIdx="614"/>
  <p:cmAuthor id="616" name="yangysh" initials="y" lastIdx="0" clrIdx="615"/>
  <p:cmAuthor id="617" name="李 斌" initials="李" lastIdx="0" clrIdx="616"/>
  <p:cmAuthor id="618" name="tcymr@163.com" initials="t" lastIdx="0" clrIdx="617"/>
  <p:cmAuthor id="619" name="赵杰" initials="赵" lastIdx="0" clrIdx="618"/>
  <p:cmAuthor id="620" name="李晨曦" initials="李" lastIdx="0" clrIdx="619"/>
  <p:cmAuthor id="621" name="Bonan Qi" initials="B" lastIdx="0" clrIdx="620"/>
  <p:cmAuthor id="622" name="tianan" initials="t" lastIdx="0" clrIdx="621"/>
  <p:cmAuthor id="623" name="韦三省" initials="韦" lastIdx="0" clrIdx="622"/>
  <p:cmAuthor id="624" name="史璐瑶" initials="史" lastIdx="0" clrIdx="623"/>
  <p:cmAuthor id="625" name="whale king" initials="w" lastIdx="0" clrIdx="624"/>
  <p:cmAuthor id="626" name="congxuesong" initials="c" lastIdx="0" clrIdx="625"/>
  <p:cmAuthor id="627" name="Vagun Vagun" initials="V" lastIdx="0" clrIdx="626"/>
  <p:cmAuthor id="628" name="李秋静" initials="李" lastIdx="0" clrIdx="627"/>
  <p:cmAuthor id="629" name="陈林" initials="陈" lastIdx="0" clrIdx="628"/>
  <p:cmAuthor id="630" name="李娟" initials="李" lastIdx="0" clrIdx="629"/>
  <p:cmAuthor id="631" name="张梦莞" initials="张" lastIdx="0" clrIdx="630"/>
  <p:cmAuthor id="632" name="严之" initials="严" lastIdx="0" clrIdx="631"/>
  <p:cmAuthor id="633" name="程诗媛" initials="程" lastIdx="0" clrIdx="632"/>
  <p:cmAuthor id="634" name="821375975@qq.com" initials="8" lastIdx="0" clrIdx="633"/>
  <p:cmAuthor id="635" name="庞宝国" initials="庞" lastIdx="0" clrIdx="634"/>
  <p:cmAuthor id="636" name="chen" initials="c" lastIdx="0" clrIdx="635"/>
  <p:cmAuthor id="637" name="bb_1" initials="b" lastIdx="0" clrIdx="636"/>
  <p:cmAuthor id="638" name="86139" initials="8" lastIdx="0" clrIdx="637"/>
  <p:cmAuthor id="639" name="吕 阔" initials="吕" lastIdx="0" clrIdx="638"/>
  <p:cmAuthor id="640" name="lixun" initials="l" lastIdx="0" clrIdx="639"/>
  <p:cmAuthor id="641" name="Isabella" initials="I" lastIdx="0" clrIdx="640"/>
  <p:cmAuthor id="642" name="KK Yoda" initials="K" lastIdx="0" clrIdx="641"/>
  <p:cmAuthor id="643" name="未知用户148" initials="未" lastIdx="0" clrIdx="642"/>
  <p:cmAuthor id="644" name="未知用户163" initials="未" lastIdx="0" clrIdx="643"/>
  <p:cmAuthor id="645" name="未知用户151" initials="未" lastIdx="0" clrIdx="644"/>
  <p:cmAuthor id="646" name="未知用户152" initials="未" lastIdx="0" clrIdx="645"/>
  <p:cmAuthor id="647" name="未知用户164" initials="未" lastIdx="0" clrIdx="646"/>
  <p:cmAuthor id="648" name="未知用户153" initials="未" lastIdx="0" clrIdx="647"/>
  <p:cmAuthor id="649" name="未知用户154" initials="未" lastIdx="0" clrIdx="648"/>
  <p:cmAuthor id="650" name="未知用户155" initials="未" lastIdx="0" clrIdx="649"/>
  <p:cmAuthor id="651" name="未知用户156" initials="未" lastIdx="0" clrIdx="650"/>
  <p:cmAuthor id="652" name="未知用户157" initials="未" lastIdx="0" clrIdx="651"/>
  <p:cmAuthor id="653" name="未知用户158" initials="未" lastIdx="0" clrIdx="652"/>
  <p:cmAuthor id="654" name="未知用户159" initials="未" lastIdx="0" clrIdx="653"/>
  <p:cmAuthor id="655" name="未知用户160" initials="未" lastIdx="0" clrIdx="654"/>
  <p:cmAuthor id="656" name="未知用户161" initials="未" lastIdx="0" clrIdx="655"/>
  <p:cmAuthor id="657" name="未知用户162" initials="未" lastIdx="0" clrIdx="656"/>
  <p:cmAuthor id="658" name="未知用户149" initials="未" lastIdx="0" clrIdx="657"/>
  <p:cmAuthor id="659" name="未知用户146" initials="未" lastIdx="0" clrIdx="658"/>
  <p:cmAuthor id="660" name="未知用户147" initials="未" lastIdx="0" clrIdx="659"/>
  <p:cmAuthor id="661" name="未知用户72" initials="未" lastIdx="0" clrIdx="660"/>
  <p:cmAuthor id="662" name="未知用户73" initials="未" lastIdx="0" clrIdx="661"/>
  <p:cmAuthor id="663" name="刘仕俭" initials="刘" lastIdx="0" clrIdx="662"/>
  <p:cmAuthor id="664" name="Changing Zhuang" initials="C" lastIdx="0" clrIdx="663"/>
  <p:cmAuthor id="665" name="未知用户177" initials="未" lastIdx="0" clrIdx="664"/>
  <p:cmAuthor id="666" name="未知用户178" initials="未" lastIdx="0" clrIdx="665"/>
  <p:cmAuthor id="667" name="未知用户179" initials="未" lastIdx="0" clrIdx="666"/>
  <p:cmAuthor id="668" name="未知用户180" initials="未" lastIdx="0" clrIdx="667"/>
  <p:cmAuthor id="669" name="未知用户181" initials="未" lastIdx="0" clrIdx="668"/>
  <p:cmAuthor id="670" name="未知用户182" initials="未" lastIdx="0" clrIdx="669"/>
  <p:cmAuthor id="671" name="未知用户183" initials="未" lastIdx="0" clrIdx="670"/>
  <p:cmAuthor id="672" name="未知用户184" initials="未" lastIdx="0" clrIdx="671"/>
  <p:cmAuthor id="673" name="未知用户187" initials="未" lastIdx="0" clrIdx="672"/>
  <p:cmAuthor id="674" name="未知用户185" initials="未" lastIdx="0" clrIdx="673"/>
  <p:cmAuthor id="675" name="未知用户186" initials="未" lastIdx="0" clrIdx="674"/>
  <p:cmAuthor id="676" name="哒哒 熊猫" initials="哒" lastIdx="0" clrIdx="675"/>
  <p:cmAuthor id="677" name="Yun-Ting Tseng" initials="Y" lastIdx="0" clrIdx="676"/>
  <p:cmAuthor id="678" name="Miss 豆" initials="M" lastIdx="0" clrIdx="677"/>
  <p:cmAuthor id="679" name="G" initials="G" lastIdx="0" clrIdx="678"/>
  <p:cmAuthor id="680" name="我" initials="我" lastIdx="0" clrIdx="679"/>
  <p:cmAuthor id="681" name="??" initials="?" lastIdx="0" clrIdx="680"/>
  <p:cmAuthor id="682" name="ROSIEANNA" initials="R" lastIdx="0" clrIdx="681"/>
  <p:cmAuthor id="683" name="Andrea Michels" initials="A" lastIdx="0" clrIdx="682"/>
  <p:cmAuthor id="684" name="JAMES 杨" initials="J" lastIdx="0" clrIdx="683"/>
  <p:cmAuthor id="685" name="闫志深" initials="闫" lastIdx="0" clrIdx="684"/>
  <p:cmAuthor id="686" name="Kate Rijnen" initials="K" lastIdx="0" clrIdx="685"/>
  <p:cmAuthor id="687" name="zhuyk" initials="z" lastIdx="0" clrIdx="686"/>
  <p:cmAuthor id="688" name="Machackova, Zuzana {MDAO~Basel}" initials="M" lastIdx="0" clrIdx="687"/>
  <p:cmAuthor id="689" name="齐涛" initials="齐" lastIdx="0" clrIdx="688"/>
  <p:cmAuthor id="690" name="zhaoby01" initials="z" lastIdx="0" clrIdx="689"/>
  <p:cmAuthor id="691" name="Lydia" initials="L" lastIdx="0" clrIdx="690"/>
  <p:cmAuthor id="692" name="tong" initials="t" lastIdx="0" clrIdx="691"/>
  <p:cmAuthor id="693" name="gaojg02" initials="g" lastIdx="0" clrIdx="692"/>
  <p:cmAuthor id="694" name="中星 叶" initials="中" lastIdx="0" clrIdx="693"/>
  <p:cmAuthor id="695" name="Dizzy" initials="D" lastIdx="0" clrIdx="694"/>
  <p:cmAuthor id="696" name="倚海听风" initials="倚" lastIdx="0" clrIdx="695"/>
  <p:cmAuthor id="697" name="CodonMedical" initials="C" lastIdx="0" clrIdx="696"/>
  <p:cmAuthor id="698" name="孙璐璐" initials="孙" lastIdx="0" clrIdx="697"/>
  <p:cmAuthor id="699" name="1003776019@qq.com" initials="1" lastIdx="0" clrIdx="698"/>
  <p:cmAuthor id="700" name="qatr130" initials="q" lastIdx="0" clrIdx="699"/>
  <p:cmAuthor id="701" name="未知用户110" initials="未" lastIdx="0" clrIdx="700"/>
  <p:cmAuthor id="702" name="闫秀丽" initials="闫" lastIdx="0" clrIdx="701"/>
  <p:cmAuthor id="703" name="fafa" initials="f" lastIdx="0" clrIdx="702"/>
  <p:cmAuthor id="704" name="王 金谦" initials="王" lastIdx="0" clrIdx="703"/>
  <p:cmAuthor id="705" name="Mary Beattie" initials="M" lastIdx="0" clrIdx="704"/>
  <p:cmAuthor id="706" name="吴杰" initials="吴" lastIdx="0" clrIdx="705"/>
  <p:cmAuthor id="707" name="anni" initials="a" lastIdx="0" clrIdx="706"/>
  <p:cmAuthor id="708" name="dingenshi" initials="d" lastIdx="0" clrIdx="707"/>
  <p:cmAuthor id="709" name="cpic" initials="c" lastIdx="0" clrIdx="708"/>
  <p:cmAuthor id="710" name="谷雨" initials="谷" lastIdx="0" clrIdx="709"/>
  <p:cmAuthor id="711" name="崔冶鸣（内蒙古英才管培生）" initials="崔" lastIdx="0" clrIdx="710"/>
  <p:cmAuthor id="712" name="taowei" initials="t" lastIdx="0" clrIdx="711"/>
  <p:cmAuthor id="713" name="YUN Jiayue" initials="Y" lastIdx="0" clrIdx="712"/>
  <p:cmAuthor id="714" name="谢 小小" initials="谢" lastIdx="0" clrIdx="713"/>
  <p:cmAuthor id="715" name="武立强" initials="武" lastIdx="0" clrIdx="714"/>
  <p:cmAuthor id="716" name="Yoda KK" initials="Y" lastIdx="0" clrIdx="715"/>
  <p:cmAuthor id="717" name="ZYM" initials="Z" lastIdx="0" clrIdx="716"/>
  <p:cmAuthor id="718" name="邓鹏君" initials="邓" lastIdx="0" clrIdx="717"/>
  <p:cmAuthor id="719" name="zhouyangfan" initials="z" lastIdx="0" clrIdx="718"/>
  <p:cmAuthor id="720" name="王雅静" initials="王" lastIdx="0" clrIdx="719"/>
  <p:cmAuthor id="721" name="fengyuan03" initials="f" lastIdx="0" clrIdx="720"/>
  <p:cmAuthor id="722" name="刘国强" initials="刘" lastIdx="0" clrIdx="721"/>
  <p:cmAuthor id="723" name="Melanie Smitt" initials="M" lastIdx="0" clrIdx="722"/>
  <p:cmAuthor id="724" name="miaott" initials="m" lastIdx="0" clrIdx="723"/>
  <p:cmAuthor id="725" name="古二蛋" initials="古" lastIdx="0" clrIdx="724"/>
  <p:cmAuthor id="726" name="刘云飞" initials="刘" lastIdx="0" clrIdx="725"/>
  <p:cmAuthor id="727" name="xusha" initials="x" lastIdx="0" clrIdx="726"/>
  <p:cmAuthor id="728" name="Mark McGregor (HI)" initials="M" lastIdx="0" clrIdx="727"/>
  <p:cmAuthor id="729" name="伟哥" initials="伟" lastIdx="0" clrIdx="728"/>
  <p:cmAuthor id="730" name="炸?" initials="炸" lastIdx="0" clrIdx="729"/>
  <p:cmAuthor id="731" name="Helen Keyworth (HI)" initials="H" lastIdx="0" clrIdx="730"/>
  <p:cmAuthor id="732" name="李 东科" initials="李" lastIdx="0" clrIdx="731"/>
  <p:cmAuthor id="733" name="孟轩君" initials="孟" lastIdx="0" clrIdx="732"/>
  <p:cmAuthor id="734" name="甘源" initials="甘" lastIdx="0" clrIdx="733"/>
  <p:cmAuthor id="735" name="许 爽" initials="许" lastIdx="0" clrIdx="734"/>
  <p:cmAuthor id="736" name="何富军" initials="何" lastIdx="0" clrIdx="735"/>
  <p:cmAuthor id="737" name="袁正海" initials="袁" lastIdx="0" clrIdx="736"/>
  <p:cmAuthor id="738" name="BIAN Mengyan" initials="B" lastIdx="0" clrIdx="737"/>
  <p:cmAuthor id="739" name="过 去" initials="过" lastIdx="0" clrIdx="738"/>
  <p:cmAuthor id="740" name="1" initials="1" lastIdx="0" clrIdx="739"/>
  <p:cmAuthor id="741" name="未知用户105" initials="未" lastIdx="0" clrIdx="740"/>
  <p:cmAuthor id="742" name="王源" initials="王" lastIdx="0" clrIdx="741"/>
  <p:cmAuthor id="743" name="未知用户84" initials="未" lastIdx="0" clrIdx="742"/>
  <p:cmAuthor id="744" name="未知用户69" initials="未" lastIdx="0" clrIdx="743"/>
  <p:cmAuthor id="745" name="think" initials="t" lastIdx="0" clrIdx="744"/>
  <p:cmAuthor id="746" name="未知用户88" initials="未" lastIdx="0" clrIdx="745"/>
  <p:cmAuthor id="747" name="张静_QZZvv2Aj" initials="authorId_625078060" lastIdx="0" clrIdx="746"/>
  <p:cmAuthor id="748" name="未知用户89" initials="未" lastIdx="0" clrIdx="747"/>
  <p:cmAuthor id="749" name="CPIC" initials="C" lastIdx="0" clrIdx="748"/>
  <p:cmAuthor id="750" name="office2016mac05452" initials="o" lastIdx="0" clrIdx="749"/>
  <p:cmAuthor id="751" name="未知用户95" initials="未" lastIdx="0" clrIdx="750"/>
  <p:cmAuthor id="752" name="未知用户96" initials="未" lastIdx="0" clrIdx="751"/>
  <p:cmAuthor id="753" name="未知用户97" initials="未" lastIdx="0" clrIdx="752"/>
  <p:cmAuthor id="754" name="未知用户98" initials="未" lastIdx="0" clrIdx="753"/>
  <p:cmAuthor id="755" name="未知用户54" initials="未" lastIdx="0" clrIdx="754"/>
  <p:cmAuthor id="756" name="未知用户101" initials="未" lastIdx="0" clrIdx="755"/>
  <p:cmAuthor id="757" name="未知用户103" initials="未" lastIdx="0" clrIdx="756"/>
  <p:cmAuthor id="758" name="未知用户104" initials="未" lastIdx="0" clrIdx="757"/>
  <p:cmAuthor id="759" name="ZZC" initials="Z" lastIdx="0" clrIdx="758"/>
  <p:cmAuthor id="760" name="未知用户65" initials="未" lastIdx="0" clrIdx="759"/>
  <p:cmAuthor id="761" name="alen" initials="a" lastIdx="0" clrIdx="760"/>
  <p:cmAuthor id="762" name="用户查看" initials="用" lastIdx="0" clrIdx="761"/>
  <p:cmAuthor id="763" name="王 一鸣" initials="王" lastIdx="0" clrIdx="762"/>
  <p:cmAuthor id="764" name="Well Li" initials="W" lastIdx="0" clrIdx="763"/>
  <p:cmAuthor id="765" name="未知用户198" initials="未" lastIdx="0" clrIdx="764"/>
  <p:cmAuthor id="766" name="未知用户150" initials="未" lastIdx="0" clrIdx="765"/>
  <p:cmAuthor id="767" name="未知用户220" initials="未" lastIdx="0" clrIdx="766"/>
  <p:cmAuthor id="768" name="未知用户221" initials="未" lastIdx="0" clrIdx="767"/>
  <p:cmAuthor id="769" name="未知用户199" initials="未" lastIdx="0" clrIdx="768"/>
  <p:cmAuthor id="770" name="未知用户200" initials="未" lastIdx="0" clrIdx="769"/>
  <p:cmAuthor id="771" name="未知用户201" initials="未" lastIdx="0" clrIdx="770"/>
  <p:cmAuthor id="772" name="未知用户214" initials="未" lastIdx="0" clrIdx="771"/>
  <p:cmAuthor id="773" name="未知用户216" initials="未" lastIdx="0" clrIdx="772"/>
  <p:cmAuthor id="774" name="未知用户202" initials="未" lastIdx="0" clrIdx="773"/>
  <p:cmAuthor id="775" name="未知用户203" initials="未" lastIdx="0" clrIdx="774"/>
  <p:cmAuthor id="776" name="未知用户204" initials="未" lastIdx="0" clrIdx="775"/>
  <p:cmAuthor id="777" name="未知用户205" initials="未" lastIdx="0" clrIdx="776"/>
  <p:cmAuthor id="778" name="未知用户206" initials="未" lastIdx="0" clrIdx="777"/>
  <p:cmAuthor id="779" name="未知用户207" initials="未" lastIdx="0" clrIdx="778"/>
  <p:cmAuthor id="780" name="未知用户208" initials="未" lastIdx="0" clrIdx="779"/>
  <p:cmAuthor id="781" name="未知用户209" initials="未" lastIdx="0" clrIdx="780"/>
  <p:cmAuthor id="782" name="未知用户210" initials="未" lastIdx="0" clrIdx="781"/>
  <p:cmAuthor id="783" name="未知用户213" initials="未" lastIdx="0" clrIdx="782"/>
  <p:cmAuthor id="784" name="未知用户211" initials="未" lastIdx="0" clrIdx="783"/>
  <p:cmAuthor id="785" name="sxp" initials="s" lastIdx="0" clrIdx="784"/>
  <p:cmAuthor id="786" name="allan" initials="a" lastIdx="0" clrIdx="785"/>
  <p:cmAuthor id="787" name="he zhirui" initials="h" lastIdx="0" clrIdx="786"/>
  <p:cmAuthor id="788" name="mawei19" initials="m" lastIdx="0" clrIdx="787"/>
  <p:cmAuthor id="789" name="xulina" initials="x" lastIdx="0" clrIdx="788"/>
  <p:cmAuthor id="790" name="David Morgan (HI)" initials="D" lastIdx="0" clrIdx="789"/>
  <p:cmAuthor id="791" name="Kate Sillitoe (HI)" initials="K" lastIdx="0" clrIdx="790"/>
  <p:cmAuthor id="792" name="daxx" initials="d" lastIdx="0" clrIdx="791"/>
  <p:cmAuthor id="793" name="hpguan" initials="h" lastIdx="0" clrIdx="792"/>
  <p:cmAuthor id="794" name="李旭兰" initials="李" lastIdx="0" clrIdx="793"/>
  <p:cmAuthor id="795" name="橙子" initials="橙" lastIdx="0" clrIdx="794"/>
  <p:cmAuthor id="796" name="未知用户118" initials="未" lastIdx="0" clrIdx="795"/>
  <p:cmAuthor id="797" name="未知用户119" initials="未" lastIdx="0" clrIdx="796"/>
  <p:cmAuthor id="798" name="未知用户120" initials="未" lastIdx="0" clrIdx="797"/>
  <p:cmAuthor id="799" name="未知用户121" initials="未" lastIdx="0" clrIdx="798"/>
  <p:cmAuthor id="800" name="未知用户122" initials="未" lastIdx="0" clrIdx="799"/>
  <p:cmAuthor id="801" name="未知用户123" initials="未" lastIdx="0" clrIdx="800"/>
  <p:cmAuthor id="802" name="未知用户124" initials="未" lastIdx="0" clrIdx="801"/>
  <p:cmAuthor id="803" name="未知用户125" initials="未" lastIdx="0" clrIdx="802"/>
  <p:cmAuthor id="804" name="未知用户126" initials="未" lastIdx="0" clrIdx="803"/>
  <p:cmAuthor id="805" name="未知用户127" initials="未" lastIdx="0" clrIdx="804"/>
  <p:cmAuthor id="806" name="未知用户128" initials="未" lastIdx="0" clrIdx="805"/>
  <p:cmAuthor id="807" name="未知用户129" initials="未" lastIdx="0" clrIdx="806"/>
  <p:cmAuthor id="808" name="未知用户130" initials="未" lastIdx="0" clrIdx="807"/>
  <p:cmAuthor id="809" name="未知用户131" initials="未" lastIdx="0" clrIdx="808"/>
  <p:cmAuthor id="810" name="未知用户132" initials="未" lastIdx="0" clrIdx="809"/>
  <p:cmAuthor id="811" name="未知用户133" initials="未" lastIdx="0" clrIdx="810"/>
  <p:cmAuthor id="812" name="未知用户134" initials="未" lastIdx="0" clrIdx="811"/>
  <p:cmAuthor id="813" name="未知用户135" initials="未" lastIdx="0" clrIdx="812"/>
  <p:cmAuthor id="814" name="未知用户136" initials="未" lastIdx="0" clrIdx="813"/>
  <p:cmAuthor id="815" name="未知用户137" initials="未" lastIdx="0" clrIdx="814"/>
  <p:cmAuthor id="816" name="未知用户138" initials="未" lastIdx="0" clrIdx="815"/>
  <p:cmAuthor id="817" name="未知用户141" initials="未" lastIdx="0" clrIdx="816"/>
  <p:cmAuthor id="818" name="未知用户142" initials="未" lastIdx="0" clrIdx="817"/>
  <p:cmAuthor id="819" name="未知用户143" initials="未" lastIdx="0" clrIdx="818"/>
  <p:cmAuthor id="820" name="未知用户144" initials="未" lastIdx="0" clrIdx="819"/>
  <p:cmAuthor id="821" name="未知用户145" initials="未" lastIdx="0" clrIdx="820"/>
  <p:cmAuthor id="822" name="未知用户194" initials="未" lastIdx="0" clrIdx="821"/>
  <p:cmAuthor id="823" name="未知用户114" initials="未" lastIdx="0" clrIdx="822"/>
  <p:cmAuthor id="824" name="未知用户115" initials="未" lastIdx="0" clrIdx="823"/>
  <p:cmAuthor id="825" name="未知用户116" initials="未" lastIdx="0" clrIdx="824"/>
  <p:cmAuthor id="826" name="未知用户117" initials="未" lastIdx="0" clrIdx="825"/>
  <p:cmAuthor id="827" name="未知用户139" initials="未" lastIdx="0" clrIdx="826"/>
  <p:cmAuthor id="828" name="加 林" initials="加" lastIdx="0" clrIdx="827"/>
  <p:cmAuthor id="829" name="熘?" initials="熘" lastIdx="0" clrIdx="828"/>
  <p:cmAuthor id="830" name="未知用户197" initials="未" lastIdx="0" clrIdx="829"/>
  <p:cmAuthor id="831" name="肖婧" initials="肖" lastIdx="0" clrIdx="830"/>
  <p:cmAuthor id="832" name="任俊宣" initials="任" lastIdx="0" clrIdx="831"/>
  <p:cmAuthor id="833" name="未知用户188" initials="未" lastIdx="0" clrIdx="832"/>
  <p:cmAuthor id="834" name="未知用户189" initials="未" lastIdx="0" clrIdx="833"/>
  <p:cmAuthor id="835" name="未知用户165" initials="未" lastIdx="0" clrIdx="834"/>
  <p:cmAuthor id="836" name="未知用户166" initials="未" lastIdx="0" clrIdx="835"/>
  <p:cmAuthor id="837" name="未知用户167" initials="未" lastIdx="0" clrIdx="836"/>
  <p:cmAuthor id="838" name="未知用户168" initials="未" lastIdx="0" clrIdx="837"/>
  <p:cmAuthor id="839" name="未知用户169" initials="未" lastIdx="0" clrIdx="838"/>
  <p:cmAuthor id="840" name="未知用户170" initials="未" lastIdx="0" clrIdx="839"/>
  <p:cmAuthor id="841" name="未知用户171" initials="未" lastIdx="0" clrIdx="840"/>
  <p:cmAuthor id="842" name="未知用户172" initials="未" lastIdx="0" clrIdx="841"/>
  <p:cmAuthor id="843" name="未知用户173" initials="未" lastIdx="0" clrIdx="842"/>
  <p:cmAuthor id="844" name="未知用户174" initials="未" lastIdx="0" clrIdx="843"/>
  <p:cmAuthor id="845" name="未知用户175" initials="未" lastIdx="0" clrIdx="844"/>
  <p:cmAuthor id="846" name="未知用户176" initials="未" lastIdx="0" clrIdx="845"/>
  <p:cmAuthor id="847" name="未知用户212" initials="未" lastIdx="0" clrIdx="846"/>
  <p:cmAuthor id="848" name="叶茂甫" initials="叶" lastIdx="0" clrIdx="847"/>
  <p:cmAuthor id="849" name="Maxsad" initials="M" lastIdx="0" clrIdx="848"/>
  <p:cmAuthor id="850" name="黄 兴贵" initials="黄" lastIdx="0" clrIdx="849"/>
  <p:cmAuthor id="851" name="未知用户338" initials="未" lastIdx="0" clrIdx="850"/>
  <p:cmAuthor id="852" name="未知用户339" initials="未" lastIdx="0" clrIdx="851"/>
  <p:cmAuthor id="853" name="未知用户330" initials="未" lastIdx="0" clrIdx="852"/>
  <p:cmAuthor id="854" name="未知用户331" initials="未" lastIdx="0" clrIdx="853"/>
  <p:cmAuthor id="855" name="未知用户223" initials="未" lastIdx="0" clrIdx="854"/>
  <p:cmAuthor id="856" name="未知用户225" initials="未" lastIdx="0" clrIdx="855"/>
  <p:cmAuthor id="857" name="未知用户68" initials="未" lastIdx="0" clrIdx="856"/>
  <p:cmAuthor id="858" name="?定义" initials="?" lastIdx="0" clrIdx="857"/>
  <p:cmAuthor id="859" name="未知用户337" initials="未" lastIdx="0" clrIdx="858"/>
  <p:cmAuthor id="860" name="未知用户336" initials="未" lastIdx="0" clrIdx="859"/>
  <p:cmAuthor id="861" name="未知用户318" initials="未" lastIdx="0" clrIdx="860"/>
  <p:cmAuthor id="862" name="未知用户319" initials="未" lastIdx="0" clrIdx="861"/>
  <p:cmAuthor id="863" name="未知用户320" initials="未" lastIdx="0" clrIdx="862"/>
  <p:cmAuthor id="864" name="未知用户321" initials="未" lastIdx="0" clrIdx="863"/>
  <p:cmAuthor id="865" name="未知用户322" initials="未" lastIdx="0" clrIdx="864"/>
  <p:cmAuthor id="866" name="未知用户323" initials="未" lastIdx="0" clrIdx="865"/>
  <p:cmAuthor id="867" name="未知用户287" initials="未" lastIdx="0" clrIdx="866"/>
  <p:cmAuthor id="868" name="未知用户324" initials="未" lastIdx="0" clrIdx="867"/>
  <p:cmAuthor id="869" name="未知用户325" initials="未" lastIdx="0" clrIdx="868"/>
  <p:cmAuthor id="870" name="未知用户290" initials="未" lastIdx="0" clrIdx="869"/>
  <p:cmAuthor id="871" name="未知用户291" initials="未" lastIdx="0" clrIdx="870"/>
  <p:cmAuthor id="872" name="未知用户292" initials="未" lastIdx="0" clrIdx="871"/>
  <p:cmAuthor id="873" name="未知用户293" initials="未" lastIdx="0" clrIdx="872"/>
  <p:cmAuthor id="874" name="未知用户294" initials="未" lastIdx="0" clrIdx="873"/>
  <p:cmAuthor id="875" name="未知用户295" initials="未" lastIdx="0" clrIdx="874"/>
  <p:cmAuthor id="876" name="未知用户326" initials="未" lastIdx="0" clrIdx="875"/>
  <p:cmAuthor id="877" name="未知用户327" initials="未" lastIdx="0" clrIdx="876"/>
  <p:cmAuthor id="878" name="未知用户328" initials="未" lastIdx="0" clrIdx="877"/>
  <p:cmAuthor id="879" name="未知用户299" initials="未" lastIdx="0" clrIdx="878"/>
  <p:cmAuthor id="880" name="未知用户300" initials="未" lastIdx="0" clrIdx="879"/>
  <p:cmAuthor id="881" name="未知用户301" initials="未" lastIdx="0" clrIdx="880"/>
  <p:cmAuthor id="882" name="未知用户302" initials="未" lastIdx="0" clrIdx="881"/>
  <p:cmAuthor id="883" name="未知用户303" initials="未" lastIdx="0" clrIdx="882"/>
  <p:cmAuthor id="884" name="未知用户304" initials="未" lastIdx="0" clrIdx="883"/>
  <p:cmAuthor id="885" name="未知用户305" initials="未" lastIdx="0" clrIdx="884"/>
  <p:cmAuthor id="886" name="未知用户306" initials="未" lastIdx="0" clrIdx="885"/>
  <p:cmAuthor id="887" name="未知用户222" initials="未" lastIdx="0" clrIdx="886"/>
  <p:cmAuthor id="888" name="未知用户224" initials="未" lastIdx="0" clrIdx="887"/>
  <p:cmAuthor id="889" name="未知用户332" initials="未" lastIdx="0" clrIdx="888"/>
  <p:cmAuthor id="890" name="未知用户309" initials="未" lastIdx="0" clrIdx="889"/>
  <p:cmAuthor id="891" name="未知用户310" initials="未" lastIdx="0" clrIdx="890"/>
  <p:cmAuthor id="892" name="未知用户311" initials="未" lastIdx="0" clrIdx="891"/>
  <p:cmAuthor id="893" name="未知用户312" initials="未" lastIdx="0" clrIdx="892"/>
  <p:cmAuthor id="894" name="未知用户313" initials="未" lastIdx="0" clrIdx="893"/>
  <p:cmAuthor id="895" name="未知用户335" initials="未" lastIdx="0" clrIdx="894"/>
  <p:cmAuthor id="896" name="未知用户316" initials="未" lastIdx="0" clrIdx="895"/>
  <p:cmAuthor id="897" name="未知用户277" initials="未" lastIdx="0" clrIdx="896"/>
  <p:cmAuthor id="898" name="未知用户278" initials="未" lastIdx="0" clrIdx="897"/>
  <p:cmAuthor id="899" name="未知用户272" initials="未" lastIdx="0" clrIdx="898"/>
  <p:cmAuthor id="900" name="未知用户273" initials="未" lastIdx="0" clrIdx="899"/>
  <p:cmAuthor id="901" name="未知用户279" initials="未" lastIdx="0" clrIdx="900"/>
  <p:cmAuthor id="902" name="未知用户233" initials="未" lastIdx="0" clrIdx="901"/>
  <p:cmAuthor id="903" name="未知用户229" initials="未" lastIdx="0" clrIdx="902"/>
  <p:cmAuthor id="904" name="未知用户234" initials="未" lastIdx="0" clrIdx="903"/>
  <p:cmAuthor id="905" name="未知用户274" initials="未" lastIdx="0" clrIdx="904"/>
  <p:cmAuthor id="906" name="未知用户236" initials="未" lastIdx="0" clrIdx="905"/>
  <p:cmAuthor id="907" name="未知用户280" initials="未" lastIdx="0" clrIdx="906"/>
  <p:cmAuthor id="908" name="未知用户238" initials="未" lastIdx="0" clrIdx="907"/>
  <p:cmAuthor id="909" name="未知用户239" initials="未" lastIdx="0" clrIdx="908"/>
  <p:cmAuthor id="910" name="未知用户240" initials="未" lastIdx="0" clrIdx="909"/>
  <p:cmAuthor id="911" name="未知用户241" initials="未" lastIdx="0" clrIdx="910"/>
  <p:cmAuthor id="912" name="未知用户242" initials="未" lastIdx="0" clrIdx="911"/>
  <p:cmAuthor id="913" name="未知用户243" initials="未" lastIdx="0" clrIdx="912"/>
  <p:cmAuthor id="914" name="未知用户244" initials="未" lastIdx="0" clrIdx="913"/>
  <p:cmAuthor id="915" name="未知用户245" initials="未" lastIdx="0" clrIdx="914"/>
  <p:cmAuthor id="916" name="未知用户246" initials="未" lastIdx="0" clrIdx="915"/>
  <p:cmAuthor id="917" name="未知用户247" initials="未" lastIdx="0" clrIdx="916"/>
  <p:cmAuthor id="918" name="未知用户248" initials="未" lastIdx="0" clrIdx="917"/>
  <p:cmAuthor id="919" name="未知用户249" initials="未" lastIdx="0" clrIdx="918"/>
  <p:cmAuthor id="920" name="未知用户250" initials="未" lastIdx="0" clrIdx="919"/>
  <p:cmAuthor id="921" name="未知用户251" initials="未" lastIdx="0" clrIdx="920"/>
  <p:cmAuthor id="922" name="未知用户252" initials="未" lastIdx="0" clrIdx="921"/>
  <p:cmAuthor id="923" name="未知用户253" initials="未" lastIdx="0" clrIdx="922"/>
  <p:cmAuthor id="924" name="未知用户254" initials="未" lastIdx="0" clrIdx="923"/>
  <p:cmAuthor id="925" name="未知用户255" initials="未" lastIdx="0" clrIdx="924"/>
  <p:cmAuthor id="926" name="未知用户256" initials="未" lastIdx="0" clrIdx="925"/>
  <p:cmAuthor id="927" name="未知用户257" initials="未" lastIdx="0" clrIdx="926"/>
  <p:cmAuthor id="928" name="未知用户258" initials="未" lastIdx="0" clrIdx="927"/>
  <p:cmAuthor id="929" name="未知用户259" initials="未" lastIdx="0" clrIdx="928"/>
  <p:cmAuthor id="930" name="未知用户260" initials="未" lastIdx="0" clrIdx="929"/>
  <p:cmAuthor id="931" name="未知用户275" initials="未" lastIdx="0" clrIdx="930"/>
  <p:cmAuthor id="932" name="未知用户276" initials="未" lastIdx="0" clrIdx="931"/>
  <p:cmAuthor id="933" name="未知用户263" initials="未" lastIdx="0" clrIdx="932"/>
  <p:cmAuthor id="934" name="未知用户264" initials="未" lastIdx="0" clrIdx="933"/>
  <p:cmAuthor id="935" name="未知用户265" initials="未" lastIdx="0" clrIdx="934"/>
  <p:cmAuthor id="936" name="未知用户266" initials="未" lastIdx="0" clrIdx="935"/>
  <p:cmAuthor id="937" name="未知用户267" initials="未" lastIdx="0" clrIdx="936"/>
  <p:cmAuthor id="938" name="未知用户268" initials="未" lastIdx="0" clrIdx="937"/>
  <p:cmAuthor id="939" name="未知用户269" initials="未" lastIdx="0" clrIdx="938"/>
  <p:cmAuthor id="940" name="未知用户270" initials="未" lastIdx="0" clrIdx="939"/>
  <p:cmAuthor id="941" name="未知用户193" initials="未" lastIdx="0" clrIdx="940"/>
  <p:cmAuthor id="942" name="未知用户195" initials="未" lastIdx="0" clrIdx="941"/>
  <p:cmAuthor id="943" name="未知用户196" initials="未" lastIdx="0" clrIdx="942"/>
  <p:cmAuthor id="944" name="未知用户358" initials="未" lastIdx="0" clrIdx="943"/>
  <p:cmAuthor id="945" name="未知用户359" initials="未" lastIdx="0" clrIdx="944"/>
  <p:cmAuthor id="946" name="未知用户360" initials="未" lastIdx="0" clrIdx="945"/>
  <p:cmAuthor id="947" name="未知用户361" initials="未" lastIdx="0" clrIdx="946"/>
  <p:cmAuthor id="948" name="未知用户364" initials="未" lastIdx="0" clrIdx="947"/>
  <p:cmAuthor id="949" name="未知用户288" initials="未" lastIdx="0" clrIdx="948"/>
  <p:cmAuthor id="950" name="未知用户297" initials="未" lastIdx="0" clrIdx="949"/>
  <p:cmAuthor id="951" name="未知用户298" initials="未" lastIdx="0" clrIdx="950"/>
  <p:cmAuthor id="952" name="未知用户307" initials="未" lastIdx="0" clrIdx="951"/>
  <p:cmAuthor id="953" name="未知用户308" initials="未" lastIdx="0" clrIdx="952"/>
  <p:cmAuthor id="954" name="未知用户315" initials="未" lastIdx="0" clrIdx="953"/>
  <p:cmAuthor id="955" name="未知用户317" initials="未" lastIdx="0" clrIdx="954"/>
  <p:cmAuthor id="956" name="未知用户329" initials="未" lastIdx="0" clrIdx="955"/>
  <p:cmAuthor id="957" name="未知用户333" initials="未" lastIdx="0" clrIdx="956"/>
  <p:cmAuthor id="958" name="未知用户334" initials="未" lastIdx="0" clrIdx="957"/>
  <p:cmAuthor id="959" name="未知用户340" initials="未" lastIdx="0" clrIdx="958"/>
  <p:cmAuthor id="960" name="刘 姝" initials="刘" lastIdx="0" clrIdx="959"/>
  <p:cmAuthor id="961" name="未知用户341" initials="未" lastIdx="0" clrIdx="960"/>
  <p:cmAuthor id="962" name="a1270005862@outlook.com" initials="a" lastIdx="0" clrIdx="961"/>
  <p:cmAuthor id="963" name="未知用户342" initials="未" lastIdx="0" clrIdx="962"/>
  <p:cmAuthor id="964" name="孙 澍" initials="孙" lastIdx="0" clrIdx="963"/>
  <p:cmAuthor id="965" name="未知用户343" initials="未" lastIdx="0" clrIdx="964"/>
  <p:cmAuthor id="966" name="童童" initials="童童" lastIdx="0" clrIdx="965"/>
  <p:cmAuthor id="967" name="未知用户344" initials="未" lastIdx="0" clrIdx="966"/>
  <p:cmAuthor id="968" name="何子文" initials="何子文" lastIdx="0" clrIdx="967"/>
  <p:cmAuthor id="969" name="未知用户345" initials="未" lastIdx="0" clrIdx="968"/>
  <p:cmAuthor id="970" name="未知用户365" initials="未" lastIdx="0" clrIdx="969"/>
  <p:cmAuthor id="971" name="未知用户366" initials="未" lastIdx="0" clrIdx="970"/>
  <p:cmAuthor id="972" name="未知用户367" initials="未" lastIdx="0" clrIdx="971"/>
  <p:cmAuthor id="973" name="未知用户368" initials="未" lastIdx="0" clrIdx="972"/>
  <p:cmAuthor id="974" name="未知用户403" initials="未" lastIdx="0" clrIdx="973"/>
  <p:cmAuthor id="975" name="未知用户402" initials="未" lastIdx="0" clrIdx="974"/>
  <p:cmAuthor id="976" name="未知用户379" initials="未" lastIdx="0" clrIdx="975"/>
  <p:cmAuthor id="977" name="未知用户380" initials="未" lastIdx="0" clrIdx="976"/>
  <p:cmAuthor id="978" name="未知用户405" initials="未" lastIdx="0" clrIdx="977"/>
  <p:cmAuthor id="979" name="未知用户382" initials="未" lastIdx="0" clrIdx="978"/>
  <p:cmAuthor id="980" name="未知用户383" initials="未" lastIdx="0" clrIdx="979"/>
  <p:cmAuthor id="981" name="未知用户384" initials="未" lastIdx="0" clrIdx="980"/>
  <p:cmAuthor id="982" name="未知用户385" initials="未" lastIdx="0" clrIdx="981"/>
  <p:cmAuthor id="983" name="未知用户386" initials="未" lastIdx="0" clrIdx="982"/>
  <p:cmAuthor id="984" name="未知用户387" initials="未" lastIdx="0" clrIdx="983"/>
  <p:cmAuthor id="985" name="未知用户388" initials="未" lastIdx="0" clrIdx="984"/>
  <p:cmAuthor id="986" name="未知用户411" initials="未" lastIdx="0" clrIdx="985"/>
  <p:cmAuthor id="987" name="未知用户389" initials="未" lastIdx="0" clrIdx="986"/>
  <p:cmAuthor id="988" name="未知用户390" initials="未" lastIdx="0" clrIdx="987"/>
  <p:cmAuthor id="989" name="未知用户391" initials="未" lastIdx="0" clrIdx="988"/>
  <p:cmAuthor id="990" name="未知用户392" initials="未" lastIdx="0" clrIdx="989"/>
  <p:cmAuthor id="991" name="未知用户393" initials="未" lastIdx="0" clrIdx="990"/>
  <p:cmAuthor id="992" name="未知用户394" initials="未" lastIdx="0" clrIdx="991"/>
  <p:cmAuthor id="993" name="未知用户395" initials="未" lastIdx="0" clrIdx="992"/>
  <p:cmAuthor id="994" name="未知用户396" initials="未" lastIdx="0" clrIdx="993"/>
  <p:cmAuthor id="995" name="未知用户406" initials="未" lastIdx="0" clrIdx="994"/>
  <p:cmAuthor id="996" name="未知用户397" initials="未" lastIdx="0" clrIdx="995"/>
  <p:cmAuthor id="997" name="未知用户407" initials="未" lastIdx="0" clrIdx="996"/>
  <p:cmAuthor id="998" name="未知用户398" initials="未" lastIdx="0" clrIdx="997"/>
  <p:cmAuthor id="999" name="未知用户399" initials="未" lastIdx="0" clrIdx="998"/>
  <p:cmAuthor id="1000" name="未知用户400" initials="未" lastIdx="0" clrIdx="999"/>
  <p:cmAuthor id="1001" name="未知用户401" initials="未" lastIdx="0" clrIdx="1000"/>
  <p:cmAuthor id="1002" name="未知用户420" initials="未" lastIdx="0" clrIdx="1001"/>
  <p:cmAuthor id="1003" name="未知用户421" initials="未" lastIdx="0" clrIdx="1002"/>
  <p:cmAuthor id="1004" name="未知用户422" initials="未" lastIdx="0" clrIdx="1003"/>
  <p:cmAuthor id="1005" name="未知用户423" initials="未" lastIdx="0" clrIdx="1004"/>
  <p:cmAuthor id="1006" name="未知用户424" initials="未" lastIdx="0" clrIdx="1005"/>
  <p:cmAuthor id="1007" name="未知用户419" initials="未" lastIdx="0" clrIdx="1006"/>
  <p:cmAuthor id="1008" name="未知用户425" initials="未" lastIdx="0" clrIdx="1007"/>
  <p:cmAuthor id="1009" name="未知用户426" initials="未" lastIdx="0" clrIdx="1008"/>
  <p:cmAuthor id="1010" name="未知用户427" initials="未" lastIdx="0" clrIdx="1009"/>
  <p:cmAuthor id="1011" name="未知用户428" initials="未" lastIdx="0" clrIdx="1010"/>
  <p:cmAuthor id="1012" name="未知用户429" initials="未" lastIdx="0" clrIdx="1011"/>
  <p:cmAuthor id="1013" name="未知用户430" initials="未" lastIdx="0" clrIdx="1012"/>
  <p:cmAuthor id="1014" name="未知用户431" initials="未" lastIdx="0" clrIdx="1013"/>
  <p:cmAuthor id="1015" name="未知用户432" initials="未" lastIdx="0" clrIdx="1014"/>
  <p:cmAuthor id="1016" name="未知用户433" initials="未" lastIdx="0" clrIdx="1015"/>
  <p:cmAuthor id="1017" name="未知用户434" initials="未" lastIdx="0" clrIdx="1016"/>
  <p:cmAuthor id="1018" name="未知用户435" initials="未" lastIdx="0" clrIdx="1017"/>
  <p:cmAuthor id="1019" name="未知用户436" initials="未" lastIdx="0" clrIdx="1018"/>
  <p:cmAuthor id="1020" name="未知用户437" initials="未" lastIdx="0" clrIdx="1019"/>
  <p:cmAuthor id="1021" name="未知用户438" initials="未" lastIdx="0" clrIdx="1020"/>
  <p:cmAuthor id="1022" name="未知用户417" initials="未" lastIdx="0" clrIdx="1021"/>
  <p:cmAuthor id="1023" name="未知用户439" initials="未" lastIdx="0" clrIdx="1022"/>
  <p:cmAuthor id="1024" name="未知用户440" initials="未" lastIdx="0" clrIdx="1023"/>
  <p:cmAuthor id="1025" name="未知用户441" initials="未" lastIdx="0" clrIdx="1024"/>
  <p:cmAuthor id="1026" name="未知用户442" initials="未" lastIdx="0" clrIdx="1025"/>
  <p:cmAuthor id="1027" name="未知用户443" initials="未" lastIdx="0" clrIdx="1026"/>
  <p:cmAuthor id="1028" name="未知用户444" initials="未" lastIdx="0" clrIdx="1027"/>
  <p:cmAuthor id="1029" name="未知用户445" initials="未" lastIdx="0" clrIdx="1028"/>
  <p:cmAuthor id="1030" name="未知用户446" initials="未" lastIdx="0" clrIdx="1029"/>
  <p:cmAuthor id="1031" name="未知用户447" initials="未" lastIdx="0" clrIdx="1030"/>
  <p:cmAuthor id="1032" name="未知用户448" initials="未" lastIdx="0" clrIdx="1031"/>
  <p:cmAuthor id="1033" name="谢静波" initials="谢" lastIdx="0" clrIdx="1032"/>
  <p:cmAuthor id="1034" name="zhang li" initials="z" lastIdx="0" clrIdx="1033"/>
  <p:cmAuthor id="1035" name="chentian_kzx" initials="c" lastIdx="0" clrIdx="1034"/>
  <p:cmAuthor id="1036" name="dioneqin" initials="d" lastIdx="0" clrIdx="1035"/>
  <p:cmAuthor id="1037" name="zhanghuiying_kzx" initials="z" lastIdx="0" clrIdx="1036"/>
  <p:cmAuthor id="1038" name="zhangzhiyang_kzx" initials="z" lastIdx="0" clrIdx="1037"/>
  <p:cmAuthor id="1039" name="mengying_kzx" initials="孟盈" lastIdx="0" clrIdx="1038"/>
  <p:cmAuthor id="1040" name="zhuwenbiao_kzx" initials="zwb" lastIdx="0" clrIdx="1039"/>
  <p:cmAuthor id="1041" name="百里 长青" initials="百" lastIdx="0" clrIdx="1040"/>
  <p:cmAuthor id="1042" name="wenle369@sina.com" initials="w" lastIdx="0" clrIdx="1041"/>
  <p:cmAuthor id="1043" name="殷 积波" initials="殷" lastIdx="0" clrIdx="1042"/>
  <p:cmAuthor id="1044" name="启浩" initials="启" lastIdx="0" clrIdx="1043"/>
  <p:cmAuthor id="1045" name="袨?嗴?傤?" initials="袨" lastIdx="0" clrIdx="1044"/>
  <p:cmAuthor id="1046" name="林玲 郑" initials="林" lastIdx="0" clrIdx="1045"/>
  <p:cmAuthor id="1047" name="554154816@qq.com" initials="5" lastIdx="0" clrIdx="1046"/>
  <p:cmAuthor id="1048" name="未知用户192" initials="未" lastIdx="0" clrIdx="1047"/>
  <p:cmAuthor id="1049" name="未知用户418" initials="未" lastIdx="0" clrIdx="1048"/>
  <p:cmAuthor id="1050" name="未知用户271" initials="未" lastIdx="0" clrIdx="1049"/>
  <p:cmAuthor id="1051" name="张逸晨" initials="张" lastIdx="0" clrIdx="1050"/>
  <p:cmAuthor id="1052" name="雨林木风" initials="雨" lastIdx="0" clrIdx="1051"/>
  <p:cmAuthor id="1053" name="张洁01-lhq" initials="张" lastIdx="0" clrIdx="1052"/>
  <p:cmAuthor id="1054" name="池依曼" initials="池" lastIdx="0" clrIdx="1053"/>
  <p:cmAuthor id="1055" name="未知用户219" initials="未" lastIdx="0" clrIdx="1054"/>
  <p:cmAuthor id="1056" name="未知用户230" initials="未" lastIdx="0" clrIdx="1055"/>
  <p:cmAuthor id="1057" name="未知用户231" initials="未" lastIdx="0" clrIdx="1056"/>
  <p:cmAuthor id="1058" name="未知用户232" initials="未" lastIdx="0" clrIdx="1057"/>
  <p:cmAuthor id="1059" name="未知用户237" initials="未" lastIdx="0" clrIdx="1058"/>
  <p:cmAuthor id="1060" name="未知用户226" initials="未" lastIdx="0" clrIdx="1059"/>
  <p:cmAuthor id="1061" name="亚运 曹" initials="亚" lastIdx="0" clrIdx="1060"/>
  <p:cmAuthor id="1062" name="lp" initials="l" lastIdx="0" clrIdx="1061"/>
  <p:cmAuthor id="1063" name="张正明" initials="张" lastIdx="0" clrIdx="1062"/>
  <p:cmAuthor id="1064" name="FANG SUN" initials="F" lastIdx="0" clrIdx="1063"/>
  <p:cmAuthor id="1065" name="富德生命人寿" initials="富" lastIdx="0" clrIdx="1064"/>
  <p:cmAuthor id="1066" name="袁缘" initials="袁" lastIdx="0" clrIdx="1065"/>
  <p:cmAuthor id="1067" name="未知用户416" initials="未" lastIdx="0" clrIdx="1066"/>
  <p:cmAuthor id="1068" name="未知用户404" initials="未" lastIdx="0" clrIdx="1067"/>
  <p:cmAuthor id="1069" name="未知用户408" initials="未" lastIdx="0" clrIdx="1068"/>
  <p:cmAuthor id="1070" name="未知用户409" initials="未" lastIdx="0" clrIdx="1069"/>
  <p:cmAuthor id="1071" name="未知用户412" initials="未" lastIdx="0" clrIdx="1070"/>
  <p:cmAuthor id="1072" name="未知用户413" initials="未" lastIdx="0" clrIdx="1071"/>
  <p:cmAuthor id="1073" name="未知用户414" initials="未" lastIdx="0" clrIdx="1072"/>
  <p:cmAuthor id="1074" name="未知用户415" initials="未" lastIdx="0" clrIdx="1073"/>
  <p:cmAuthor id="1075" name="未知用户215" initials="未" lastIdx="0" clrIdx="1074"/>
  <p:cmAuthor id="1076" name="未知用户217" initials="未" lastIdx="0" clrIdx="1075"/>
  <p:cmAuthor id="1077" name="未知用户261" initials="未" lastIdx="0" clrIdx="1076"/>
  <p:cmAuthor id="1078" name="未知用户371" initials="未" lastIdx="0" clrIdx="1077"/>
  <p:cmAuthor id="1079" name="未知用户370" initials="未" lastIdx="0" clrIdx="1078"/>
  <p:cmAuthor id="1080" name="未知用户347" initials="未" lastIdx="0" clrIdx="1079"/>
  <p:cmAuthor id="1081" name="未知用户348" initials="未" lastIdx="0" clrIdx="1080"/>
  <p:cmAuthor id="1082" name="未知用户286" initials="未" lastIdx="0" clrIdx="1081"/>
  <p:cmAuthor id="1083" name="未知用户373" initials="未" lastIdx="0" clrIdx="1082"/>
  <p:cmAuthor id="1084" name="未知用户350" initials="未" lastIdx="0" clrIdx="1083"/>
  <p:cmAuthor id="1085" name="未知用户218" initials="未" lastIdx="0" clrIdx="1084"/>
  <p:cmAuthor id="1086" name="未知用户351" initials="未" lastIdx="0" clrIdx="1085"/>
  <p:cmAuthor id="1087" name="未知用户352" initials="未" lastIdx="0" clrIdx="1086"/>
  <p:cmAuthor id="1088" name="ADMINIBM" initials="A" lastIdx="0" clrIdx="1087"/>
  <p:cmAuthor id="1089" name="Li,Chen(ECR_VAS)" initials="L" lastIdx="0" clrIdx="1088"/>
  <p:cmAuthor id="1090" name="He,Yanan" initials="H" lastIdx="0" clrIdx="1089"/>
  <p:cmAuthor id="1091" name="李正" initials="李" lastIdx="0" clrIdx="1090"/>
  <p:cmAuthor id="1092" name="China" initials="C" lastIdx="0" clrIdx="1091"/>
  <p:cmAuthor id="1093" name="吴铭锐" initials="吴" lastIdx="0" clrIdx="1092"/>
  <p:cmAuthor id="1094" name="张杰" initials="张" lastIdx="0" clrIdx="1093"/>
  <p:cmAuthor id="1095" name="孟祥超" initials="孟" lastIdx="0" clrIdx="1094"/>
  <p:cmAuthor id="1096" name="杨艳霞" initials="杨" lastIdx="0" clrIdx="1095"/>
  <p:cmAuthor id="1097" name="陶川" initials="陶" lastIdx="0" clrIdx="1096"/>
  <p:cmAuthor id="1098" name="周开雷" initials="周" lastIdx="0" clrIdx="1097"/>
  <p:cmAuthor id="1099" name="未定义" initials="未" lastIdx="0" clrIdx="1098"/>
  <p:cmAuthor id="1100" name="lx" initials="l" lastIdx="0" clrIdx="1099"/>
  <p:cmAuthor id="1101" name="段振华" initials="段" lastIdx="0" clrIdx="1100"/>
  <p:cmAuthor id="1102" name="andres.x.gomez" initials="a" lastIdx="0" clrIdx="1101"/>
  <p:cmAuthor id="1103" name="赵兰玉" initials="赵" lastIdx="0" clrIdx="1102"/>
  <p:cmAuthor id="1104" name="李振宇" initials="李" lastIdx="0" clrIdx="1103"/>
  <p:cmAuthor id="1105" name="nine" initials="n" lastIdx="0" clrIdx="1104"/>
  <p:cmAuthor id="1106" name="邹洋" initials="邹" lastIdx="0" clrIdx="1105"/>
  <p:cmAuthor id="1107" name="马红" initials="马" lastIdx="0" clrIdx="1106"/>
  <p:cmAuthor id="1108" name="王志刚" initials="王" lastIdx="0" clrIdx="1107"/>
  <p:cmAuthor id="1109" name="未知用户13" initials="未" lastIdx="0" clrIdx="1108"/>
  <p:cmAuthor id="1110" name="yangkun" initials="y" lastIdx="0" clrIdx="1109"/>
  <p:cmAuthor id="1111" name="王明明" initials="王" lastIdx="0" clrIdx="1110"/>
  <p:cmAuthor id="1112" name="hys2" initials="h" lastIdx="0" clrIdx="1111"/>
  <p:cmAuthor id="1113" name="赵琦" initials="赵" lastIdx="0" clrIdx="1112"/>
  <p:cmAuthor id="1114" name="朱绍春" initials="朱" lastIdx="0" clrIdx="1113"/>
  <p:cmAuthor id="1115" name="朱悦龙" initials="朱" lastIdx="0" clrIdx="1114"/>
  <p:cmAuthor id="1116" name="evil" initials="e" lastIdx="0" clrIdx="1115"/>
  <p:cmAuthor id="1117" name="dell" initials="d" lastIdx="0" clrIdx="1116"/>
  <p:cmAuthor id="1118" name="吕志勇" initials="吕" lastIdx="0" clrIdx="1117"/>
  <p:cmAuthor id="1119" name="何已龙" initials="何" lastIdx="0" clrIdx="1118"/>
  <p:cmAuthor id="1120" name="叶得会" initials="叶" lastIdx="0" clrIdx="1119"/>
  <p:cmAuthor id="1121" name="郝崇" initials="郝" lastIdx="0" clrIdx="1120"/>
  <p:cmAuthor id="1122" name="刘丽仙" initials="刘" lastIdx="0" clrIdx="1121"/>
  <p:cmAuthor id="1123" name="马静" initials="马" lastIdx="0" clrIdx="1122"/>
  <p:cmAuthor id="1124" name="李百秋" initials="李" lastIdx="0" clrIdx="1123"/>
  <p:cmAuthor id="1125" name="范作霖" initials="范" lastIdx="0" clrIdx="1124"/>
  <p:cmAuthor id="1126" name="rq fan" initials="r" lastIdx="0" clrIdx="1125"/>
  <p:cmAuthor id="1127" name="李刚" initials="李" lastIdx="0" clrIdx="1126"/>
  <p:cmAuthor id="1128" name="dingbo" initials="d" lastIdx="0" clrIdx="1127"/>
  <p:cmAuthor id="1129" name="李永欣" initials="李" lastIdx="0" clrIdx="1128"/>
  <p:cmAuthor id="1130" name="丁芙蓉" initials="丁" lastIdx="0" clrIdx="1129"/>
  <p:cmAuthor id="1131" name="许弘扬" initials="许" lastIdx="0" clrIdx="1130"/>
  <p:cmAuthor id="1132" name="贡鑫" initials="贡" lastIdx="0" clrIdx="1131"/>
  <p:cmAuthor id="1133" name="administrator1" initials="a" lastIdx="0" clrIdx="1132"/>
  <p:cmAuthor id="1134" name="杜雪梅" initials="杜" lastIdx="0" clrIdx="1133"/>
  <p:cmAuthor id="1135" name="lijin" initials="l" lastIdx="0" clrIdx="1134"/>
  <p:cmAuthor id="1136" name="gtmc" initials="g" lastIdx="0" clrIdx="1135"/>
  <p:cmAuthor id="1137" name="chunsong_hu" initials="c" lastIdx="0" clrIdx="1136"/>
  <p:cmAuthor id="1138" name="张雁" initials="张" lastIdx="0" clrIdx="1137"/>
  <p:cmAuthor id="1139" name="贾清山" initials="贾" lastIdx="0" clrIdx="1138"/>
  <p:cmAuthor id="1140" name="陈桂枝" initials="陈" lastIdx="0" clrIdx="1139"/>
  <p:cmAuthor id="1141" name="王向羽" initials="王" lastIdx="0" clrIdx="1140"/>
  <p:cmAuthor id="1142" name="thinkpad" initials="t" lastIdx="0" clrIdx="1141"/>
  <p:cmAuthor id="1143" name="LEO L" initials="L" lastIdx="0" clrIdx="1142"/>
  <p:cmAuthor id="1144" name="马海燕" initials="马" lastIdx="0" clrIdx="1143"/>
  <p:cmAuthor id="1145" name="libin1204@163.com" initials="l" lastIdx="0" clrIdx="1144"/>
  <p:cmAuthor id="1146" name="Qingyunli" initials="Q" lastIdx="0" clrIdx="1145"/>
  <p:cmAuthor id="1147" name="吴军" initials="吴" lastIdx="0" clrIdx="1146"/>
  <p:cmAuthor id="1148" name="陈尚文" initials="陈" lastIdx="0" clrIdx="1147"/>
  <p:cmAuthor id="1149" name="张宏伟" initials="张" lastIdx="0" clrIdx="1148"/>
  <p:cmAuthor id="1150" name="徐光宇" initials="徐" lastIdx="0" clrIdx="1149"/>
  <p:cmAuthor id="1151" name="mac" initials="m" lastIdx="0" clrIdx="1150"/>
  <p:cmAuthor id="1152" name="Liu, Leo (MBSHR cs)" initials="L" lastIdx="0" clrIdx="1151"/>
  <p:cmAuthor id="1153" name="刘豹" initials="刘" lastIdx="0" clrIdx="1152"/>
  <p:cmAuthor id="1154" name="张艳芳" initials="张" lastIdx="0" clrIdx="1153"/>
  <p:cmAuthor id="1155" name="刘广艳" initials="刘" lastIdx="0" clrIdx="1154"/>
  <p:cmAuthor id="1156" name="邹积逊" initials="邹" lastIdx="0" clrIdx="1155"/>
  <p:cmAuthor id="1157" name="yangyanxia" initials="y" lastIdx="0" clrIdx="1156"/>
  <p:cmAuthor id="1158" name="刘春辉" initials="刘" lastIdx="0" clrIdx="1157"/>
  <p:cmAuthor id="1159" name="Youwen Sun" initials="Y" lastIdx="0" clrIdx="1158"/>
  <p:cmAuthor id="1160" name="张钦" initials="张" lastIdx="0" clrIdx="1159"/>
  <p:cmAuthor id="1161" name="涛娜" initials="涛" lastIdx="0" clrIdx="1160"/>
  <p:cmAuthor id="1162" name="李丽华" initials="李" lastIdx="0" clrIdx="1161"/>
  <p:cmAuthor id="1163" name="王志虎" initials="王" lastIdx="0" clrIdx="1162"/>
  <p:cmAuthor id="1164" name="魏永生" initials="魏" lastIdx="0" clrIdx="1163"/>
  <p:cmAuthor id="1165" name="Zhou, Judy" initials="Z" lastIdx="0" clrIdx="1164"/>
  <p:cmAuthor id="1166" name="孙大威" initials="孙" lastIdx="0" clrIdx="1165"/>
  <p:cmAuthor id="1167" name="未知用户83" initials="未" lastIdx="0" clrIdx="1166"/>
  <p:cmAuthor id="1168" name="李明" initials="李" lastIdx="0" clrIdx="1167"/>
  <p:cmAuthor id="1169" name="徐仕超" initials="徐" lastIdx="0" clrIdx="1168"/>
  <p:cmAuthor id="1170" name="Lzy" initials="L" lastIdx="0" clrIdx="1169"/>
  <p:cmAuthor id="1171" name="未知用户3" initials="未" lastIdx="0" clrIdx="1170"/>
  <p:cmAuthor id="1172" name="未知用户62" initials="未" lastIdx="0" clrIdx="1171"/>
  <p:cmAuthor id="1173" name="未知用户63" initials="未" lastIdx="0" clrIdx="1172"/>
  <p:cmAuthor id="1174" name="未知用户87" initials="未" lastIdx="0" clrIdx="1173"/>
  <p:cmAuthor id="1175" name="宋少霞" initials="宋" lastIdx="0" clrIdx="1174"/>
  <p:cmAuthor id="1176" name="张惠" initials="张" lastIdx="0" clrIdx="1175"/>
  <p:cmAuthor id="1177" name="panhong" initials="p" lastIdx="0" clrIdx="1176"/>
  <p:cmAuthor id="1178" name="emily scheffler" initials="es" lastIdx="0" clrIdx="1177"/>
  <p:cmAuthor id="1179" name="wuzhaoyong" initials="w" lastIdx="0" clrIdx="1178"/>
  <p:cmAuthor id="1180" name="郝士伟" initials="郝" lastIdx="0" clrIdx="1179"/>
  <p:cmAuthor id="1181" name="Geroge" initials="G" lastIdx="0" clrIdx="1180"/>
  <p:cmAuthor id="1182" name="姜伟光" initials="姜" lastIdx="0" clrIdx="1181"/>
  <p:cmAuthor id="1183" name="yxc_0" initials="y" lastIdx="0" clrIdx="1182"/>
  <p:cmAuthor id="1184" name="Microsoft Office User" initials="M" lastIdx="0" clrIdx="1183"/>
  <p:cmAuthor id="1185" name="pandy" initials="p" lastIdx="0" clrIdx="1184"/>
  <p:cmAuthor id="1186" name="Luo Mark" initials="LM" lastIdx="0" clrIdx="1185"/>
  <p:cmAuthor id="1187" name="lou cynthia" initials="l" lastIdx="0" clrIdx="1186"/>
  <p:cmAuthor id="1188" name="杜娇龙" initials="杜" lastIdx="0" clrIdx="1187"/>
  <p:cmAuthor id="1189" name="未知用户1" initials="未" lastIdx="0" clrIdx="1188"/>
  <p:cmAuthor id="1190" name="周 乃雍" initials="周" lastIdx="0" clrIdx="1189"/>
  <p:cmAuthor id="1191" name="14" initials="1" lastIdx="0" clrIdx="1190"/>
  <p:cmAuthor id="1192" name="guocc" initials="g" lastIdx="0" clrIdx="1191"/>
  <p:cmAuthor id="1193" name="James-cheng James-cheng" initials="JJ" lastIdx="0" clrIdx="1192"/>
  <p:cmAuthor id="1194" name="87260" initials="8" lastIdx="0" clrIdx="1193"/>
  <p:cmAuthor id="1195" name="严燚坤[EvenYan]" initials="严燚坤[EvenYan]" lastIdx="0" clrIdx="1194"/>
  <p:cmAuthor id="1196" name="吕喜龙" initials="吕" lastIdx="0" clrIdx="1195"/>
  <p:cmAuthor id="1197" name="Chen" initials="C" lastIdx="0" clrIdx="1196"/>
  <p:cmAuthor id="1198" name="张娟" initials="张" lastIdx="0" clrIdx="1197"/>
  <p:cmAuthor id="1199" name="ht guo" initials="h" lastIdx="0" clrIdx="1198"/>
  <p:cmAuthor id="1200" name="songchunhua" initials="s" lastIdx="0" clrIdx="1199"/>
  <p:cmAuthor id="1201" name="lily guo" initials="lg" lastIdx="0" clrIdx="1200"/>
  <p:cmAuthor id="1202" name="ideefu" initials="i" lastIdx="0" clrIdx="1201"/>
  <p:cmAuthor id="1203" name="yuancc04" initials="y" lastIdx="0" clrIdx="120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8195F88-6C77-4252-8AC6-76DBFCE1A11B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dk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dk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dk1"/>
          </a:solidFill>
        </a:fill>
      </a:tcStyle>
    </a:firstRow>
    <a:neCell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31281C5F-B97F-4E7B-AF3E-07382E2351D0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dk1"/>
          </a:solidFill>
        </a:fill>
      </a:tcStyle>
    </a:firstRow>
    <a:neCell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16EB3B33-5B6A-4DB7-8668-C8CBECF8425D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dk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136" Type="http://schemas.openxmlformats.org/officeDocument/2006/relationships/handoutMaster" Target="handoutMasters/handoutMaster1.xml"/><Relationship Id="rId137" Type="http://schemas.openxmlformats.org/officeDocument/2006/relationships/presProps" Target="presProps.xml"/><Relationship Id="rId138" Type="http://schemas.openxmlformats.org/officeDocument/2006/relationships/viewProps" Target="viewProps.xml"/><Relationship Id="rId139" Type="http://schemas.openxmlformats.org/officeDocument/2006/relationships/tableStyles" Target="tableStyles.xml"/><Relationship Id="rId140" Type="http://schemas.openxmlformats.org/officeDocument/2006/relationships/commentAuthors" Target="commentAuthors.xml"/><Relationship Id="rId141" Type="http://schemas.openxmlformats.org/officeDocument/2006/relationships/tags" Target="tags/tag125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3" Type="http://schemas.openxmlformats.org/officeDocument/2006/relationships/tags" Target="../tags/tag40.xml"/><Relationship Id="rId4" Type="http://schemas.openxmlformats.org/officeDocument/2006/relationships/tags" Target="../tags/tag41.xml"/><Relationship Id="rId5" Type="http://schemas.openxmlformats.org/officeDocument/2006/relationships/tags" Target="../tags/tag42.xml"/><Relationship Id="rId6" Type="http://schemas.openxmlformats.org/officeDocument/2006/relationships/tags" Target="../tags/tag43.xml"/><Relationship Id="rId7" Type="http://schemas.openxmlformats.org/officeDocument/2006/relationships/tags" Target="../tags/tag44.xml"/><Relationship Id="rId8" Type="http://schemas.openxmlformats.org/officeDocument/2006/relationships/tags" Target="../tags/tag4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Relationship Id="rId5" Type="http://schemas.openxmlformats.org/officeDocument/2006/relationships/tags" Target="../tags/tag49.xml"/><Relationship Id="rId6" Type="http://schemas.openxmlformats.org/officeDocument/2006/relationships/tags" Target="../tags/tag50.xml"/><Relationship Id="rId7" Type="http://schemas.openxmlformats.org/officeDocument/2006/relationships/tags" Target="../tags/tag5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Relationship Id="rId7" Type="http://schemas.openxmlformats.org/officeDocument/2006/relationships/tags" Target="../tags/tag57.xml"/><Relationship Id="rId8" Type="http://schemas.openxmlformats.org/officeDocument/2006/relationships/tags" Target="../tags/tag58.xml"/><Relationship Id="rId9" Type="http://schemas.openxmlformats.org/officeDocument/2006/relationships/tags" Target="../tags/tag59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tags" Target="../tags/tag6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7.xml"/><Relationship Id="rId3" Type="http://schemas.openxmlformats.org/officeDocument/2006/relationships/tags" Target="../tags/tag68.xml"/><Relationship Id="rId4" Type="http://schemas.openxmlformats.org/officeDocument/2006/relationships/tags" Target="../tags/tag69.xml"/><Relationship Id="rId5" Type="http://schemas.openxmlformats.org/officeDocument/2006/relationships/tags" Target="../tags/tag70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71.xml"/><Relationship Id="rId3" Type="http://schemas.openxmlformats.org/officeDocument/2006/relationships/tags" Target="../tags/tag72.xml"/><Relationship Id="rId4" Type="http://schemas.openxmlformats.org/officeDocument/2006/relationships/tags" Target="../tags/tag73.xml"/><Relationship Id="rId5" Type="http://schemas.openxmlformats.org/officeDocument/2006/relationships/tags" Target="../tags/tag74.xml"/><Relationship Id="rId6" Type="http://schemas.openxmlformats.org/officeDocument/2006/relationships/tags" Target="../tags/tag7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tags" Target="../tags/tag8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tags" Target="../tags/tag85.xml"/><Relationship Id="rId5" Type="http://schemas.openxmlformats.org/officeDocument/2006/relationships/tags" Target="../tags/tag86.xml"/><Relationship Id="rId6" Type="http://schemas.openxmlformats.org/officeDocument/2006/relationships/tags" Target="../tags/tag87.xml"/><Relationship Id="rId7" Type="http://schemas.openxmlformats.org/officeDocument/2006/relationships/tags" Target="../tags/tag88.xml"/><Relationship Id="rId8" Type="http://schemas.openxmlformats.org/officeDocument/2006/relationships/tags" Target="../tags/tag89.xml"/><Relationship Id="rId9" Type="http://schemas.openxmlformats.org/officeDocument/2006/relationships/tags" Target="../tags/tag90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91.xml"/><Relationship Id="rId3" Type="http://schemas.openxmlformats.org/officeDocument/2006/relationships/tags" Target="../tags/tag92.xml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tags" Target="../tags/tag95.xml"/><Relationship Id="rId7" Type="http://schemas.openxmlformats.org/officeDocument/2006/relationships/tags" Target="../tags/tag96.xml"/><Relationship Id="rId8" Type="http://schemas.openxmlformats.org/officeDocument/2006/relationships/tags" Target="../tags/tag97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98.xml"/><Relationship Id="rId3" Type="http://schemas.openxmlformats.org/officeDocument/2006/relationships/tags" Target="../tags/tag99.xml"/><Relationship Id="rId4" Type="http://schemas.openxmlformats.org/officeDocument/2006/relationships/tags" Target="../tags/tag100.xml"/><Relationship Id="rId5" Type="http://schemas.openxmlformats.org/officeDocument/2006/relationships/tags" Target="../tags/tag101.xml"/><Relationship Id="rId6" Type="http://schemas.openxmlformats.org/officeDocument/2006/relationships/tags" Target="../tags/tag102.xml"/><Relationship Id="rId7" Type="http://schemas.openxmlformats.org/officeDocument/2006/relationships/tags" Target="../tags/tag103.xml"/><Relationship Id="rId8" Type="http://schemas.openxmlformats.org/officeDocument/2006/relationships/tags" Target="../tags/tag104.xml"/><Relationship Id="rId9" Type="http://schemas.openxmlformats.org/officeDocument/2006/relationships/tags" Target="../tags/tag105.xml"/><Relationship Id="rId10" Type="http://schemas.openxmlformats.org/officeDocument/2006/relationships/tags" Target="../tags/tag106.xml"/><Relationship Id="rId11" Type="http://schemas.openxmlformats.org/officeDocument/2006/relationships/tags" Target="../tags/tag107.xml"/><Relationship Id="rId12" Type="http://schemas.openxmlformats.org/officeDocument/2006/relationships/tags" Target="../tags/tag108.xml"/><Relationship Id="rId13" Type="http://schemas.openxmlformats.org/officeDocument/2006/relationships/tags" Target="../tags/tag109.xml"/><Relationship Id="rId14" Type="http://schemas.openxmlformats.org/officeDocument/2006/relationships/tags" Target="../tags/tag110.xml"/><Relationship Id="rId15" Type="http://schemas.openxmlformats.org/officeDocument/2006/relationships/tags" Target="../tags/tag111.xml"/><Relationship Id="rId16" Type="http://schemas.openxmlformats.org/officeDocument/2006/relationships/tags" Target="../tags/tag112.xml"/><Relationship Id="rId17" Type="http://schemas.openxmlformats.org/officeDocument/2006/relationships/tags" Target="../tags/tag113.xml"/><Relationship Id="rId18" Type="http://schemas.openxmlformats.org/officeDocument/2006/relationships/tags" Target="../tags/tag11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5.xml"/><Relationship Id="rId3" Type="http://schemas.openxmlformats.org/officeDocument/2006/relationships/tags" Target="../tags/tag116.xml"/><Relationship Id="rId4" Type="http://schemas.openxmlformats.org/officeDocument/2006/relationships/tags" Target="../tags/tag117.xml"/><Relationship Id="rId5" Type="http://schemas.openxmlformats.org/officeDocument/2006/relationships/tags" Target="../tags/tag118.xml"/><Relationship Id="rId6" Type="http://schemas.openxmlformats.org/officeDocument/2006/relationships/tags" Target="../tags/tag119.xml"/><Relationship Id="rId7" Type="http://schemas.openxmlformats.org/officeDocument/2006/relationships/tags" Target="../tags/tag120.xml"/><Relationship Id="rId8" Type="http://schemas.openxmlformats.org/officeDocument/2006/relationships/tags" Target="../tags/tag121.xml"/><Relationship Id="rId9" Type="http://schemas.openxmlformats.org/officeDocument/2006/relationships/tags" Target="../tags/tag12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23.xml"/><Relationship Id="rId3" Type="http://schemas.openxmlformats.org/officeDocument/2006/relationships/tags" Target="../tags/tag124.xml"/><Relationship Id="rId4" Type="http://schemas.openxmlformats.org/officeDocument/2006/relationships/tags" Target="../tags/tag125.xml"/><Relationship Id="rId5" Type="http://schemas.openxmlformats.org/officeDocument/2006/relationships/tags" Target="../tags/tag126.xml"/><Relationship Id="rId6" Type="http://schemas.openxmlformats.org/officeDocument/2006/relationships/tags" Target="../tags/tag127.xml"/><Relationship Id="rId7" Type="http://schemas.openxmlformats.org/officeDocument/2006/relationships/tags" Target="../tags/tag128.xml"/><Relationship Id="rId8" Type="http://schemas.openxmlformats.org/officeDocument/2006/relationships/tags" Target="../tags/tag129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30.xml"/><Relationship Id="rId3" Type="http://schemas.openxmlformats.org/officeDocument/2006/relationships/tags" Target="../tags/tag131.xml"/><Relationship Id="rId4" Type="http://schemas.openxmlformats.org/officeDocument/2006/relationships/tags" Target="../tags/tag13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33.xml"/><Relationship Id="rId3" Type="http://schemas.openxmlformats.org/officeDocument/2006/relationships/tags" Target="../tags/tag134.xml"/><Relationship Id="rId4" Type="http://schemas.openxmlformats.org/officeDocument/2006/relationships/tags" Target="../tags/tag135.xml"/><Relationship Id="rId5" Type="http://schemas.openxmlformats.org/officeDocument/2006/relationships/tags" Target="../tags/tag136.xml"/><Relationship Id="rId6" Type="http://schemas.openxmlformats.org/officeDocument/2006/relationships/tags" Target="../tags/tag137.xml"/><Relationship Id="rId7" Type="http://schemas.openxmlformats.org/officeDocument/2006/relationships/tags" Target="../tags/tag138.xml"/><Relationship Id="rId8" Type="http://schemas.openxmlformats.org/officeDocument/2006/relationships/tags" Target="../tags/tag139.xml"/><Relationship Id="rId9" Type="http://schemas.openxmlformats.org/officeDocument/2006/relationships/tags" Target="../tags/tag140.xml"/><Relationship Id="rId10" Type="http://schemas.openxmlformats.org/officeDocument/2006/relationships/tags" Target="../tags/tag141.xml"/><Relationship Id="rId11" Type="http://schemas.openxmlformats.org/officeDocument/2006/relationships/tags" Target="../tags/tag142.xml"/><Relationship Id="rId12" Type="http://schemas.openxmlformats.org/officeDocument/2006/relationships/tags" Target="../tags/tag143.xml"/><Relationship Id="rId13" Type="http://schemas.openxmlformats.org/officeDocument/2006/relationships/tags" Target="../tags/tag144.xml"/><Relationship Id="rId14" Type="http://schemas.openxmlformats.org/officeDocument/2006/relationships/tags" Target="../tags/tag14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46.xml"/><Relationship Id="rId3" Type="http://schemas.openxmlformats.org/officeDocument/2006/relationships/tags" Target="../tags/tag147.xml"/><Relationship Id="rId4" Type="http://schemas.openxmlformats.org/officeDocument/2006/relationships/tags" Target="../tags/tag148.xml"/><Relationship Id="rId5" Type="http://schemas.openxmlformats.org/officeDocument/2006/relationships/tags" Target="../tags/tag149.xml"/><Relationship Id="rId6" Type="http://schemas.openxmlformats.org/officeDocument/2006/relationships/tags" Target="../tags/tag150.xml"/><Relationship Id="rId7" Type="http://schemas.openxmlformats.org/officeDocument/2006/relationships/tags" Target="../tags/tag151.xml"/><Relationship Id="rId8" Type="http://schemas.openxmlformats.org/officeDocument/2006/relationships/tags" Target="../tags/tag152.xml"/><Relationship Id="rId9" Type="http://schemas.openxmlformats.org/officeDocument/2006/relationships/tags" Target="../tags/tag153.xml"/><Relationship Id="rId10" Type="http://schemas.openxmlformats.org/officeDocument/2006/relationships/tags" Target="../tags/tag154.xml"/><Relationship Id="rId11" Type="http://schemas.openxmlformats.org/officeDocument/2006/relationships/tags" Target="../tags/tag155.xml"/><Relationship Id="rId12" Type="http://schemas.openxmlformats.org/officeDocument/2006/relationships/tags" Target="../tags/tag156.xml"/><Relationship Id="rId13" Type="http://schemas.openxmlformats.org/officeDocument/2006/relationships/tags" Target="../tags/tag157.xml"/><Relationship Id="rId14" Type="http://schemas.openxmlformats.org/officeDocument/2006/relationships/tags" Target="../tags/tag158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tags" Target="../tags/tag162.xml"/><Relationship Id="rId6" Type="http://schemas.openxmlformats.org/officeDocument/2006/relationships/tags" Target="../tags/tag163.xml"/><Relationship Id="rId7" Type="http://schemas.openxmlformats.org/officeDocument/2006/relationships/tags" Target="../tags/tag164.xml"/><Relationship Id="rId8" Type="http://schemas.openxmlformats.org/officeDocument/2006/relationships/tags" Target="../tags/tag165.xml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tags" Target="../tags/tag170.xml"/><Relationship Id="rId14" Type="http://schemas.openxmlformats.org/officeDocument/2006/relationships/tags" Target="../tags/tag17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72.xml"/><Relationship Id="rId3" Type="http://schemas.openxmlformats.org/officeDocument/2006/relationships/tags" Target="../tags/tag173.xml"/><Relationship Id="rId4" Type="http://schemas.openxmlformats.org/officeDocument/2006/relationships/tags" Target="../tags/tag174.xml"/><Relationship Id="rId5" Type="http://schemas.openxmlformats.org/officeDocument/2006/relationships/tags" Target="../tags/tag175.xml"/><Relationship Id="rId6" Type="http://schemas.openxmlformats.org/officeDocument/2006/relationships/tags" Target="../tags/tag176.xml"/><Relationship Id="rId7" Type="http://schemas.openxmlformats.org/officeDocument/2006/relationships/tags" Target="../tags/tag177.xml"/><Relationship Id="rId8" Type="http://schemas.openxmlformats.org/officeDocument/2006/relationships/tags" Target="../tags/tag178.xml"/><Relationship Id="rId9" Type="http://schemas.openxmlformats.org/officeDocument/2006/relationships/tags" Target="../tags/tag179.xml"/><Relationship Id="rId10" Type="http://schemas.openxmlformats.org/officeDocument/2006/relationships/tags" Target="../tags/tag180.xml"/><Relationship Id="rId11" Type="http://schemas.openxmlformats.org/officeDocument/2006/relationships/tags" Target="../tags/tag18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82.xml"/><Relationship Id="rId3" Type="http://schemas.openxmlformats.org/officeDocument/2006/relationships/tags" Target="../tags/tag183.xml"/><Relationship Id="rId4" Type="http://schemas.openxmlformats.org/officeDocument/2006/relationships/tags" Target="../tags/tag184.xml"/><Relationship Id="rId5" Type="http://schemas.openxmlformats.org/officeDocument/2006/relationships/tags" Target="../tags/tag185.xml"/><Relationship Id="rId6" Type="http://schemas.openxmlformats.org/officeDocument/2006/relationships/tags" Target="../tags/tag186.xml"/><Relationship Id="rId7" Type="http://schemas.openxmlformats.org/officeDocument/2006/relationships/tags" Target="../tags/tag187.xml"/><Relationship Id="rId8" Type="http://schemas.openxmlformats.org/officeDocument/2006/relationships/tags" Target="../tags/tag188.xml"/><Relationship Id="rId9" Type="http://schemas.openxmlformats.org/officeDocument/2006/relationships/tags" Target="../tags/tag189.xml"/><Relationship Id="rId10" Type="http://schemas.openxmlformats.org/officeDocument/2006/relationships/tags" Target="../tags/tag190.xml"/><Relationship Id="rId11" Type="http://schemas.openxmlformats.org/officeDocument/2006/relationships/tags" Target="../tags/tag19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92.xml"/><Relationship Id="rId3" Type="http://schemas.openxmlformats.org/officeDocument/2006/relationships/tags" Target="../tags/tag193.xml"/><Relationship Id="rId4" Type="http://schemas.openxmlformats.org/officeDocument/2006/relationships/tags" Target="../tags/tag194.xml"/><Relationship Id="rId5" Type="http://schemas.openxmlformats.org/officeDocument/2006/relationships/tags" Target="../tags/tag195.xml"/><Relationship Id="rId6" Type="http://schemas.openxmlformats.org/officeDocument/2006/relationships/tags" Target="../tags/tag196.xml"/><Relationship Id="rId7" Type="http://schemas.openxmlformats.org/officeDocument/2006/relationships/tags" Target="../tags/tag197.xml"/><Relationship Id="rId8" Type="http://schemas.openxmlformats.org/officeDocument/2006/relationships/tags" Target="../tags/tag198.xml"/><Relationship Id="rId9" Type="http://schemas.openxmlformats.org/officeDocument/2006/relationships/tags" Target="../tags/tag199.xml"/><Relationship Id="rId10" Type="http://schemas.openxmlformats.org/officeDocument/2006/relationships/tags" Target="../tags/tag200.xml"/><Relationship Id="rId11" Type="http://schemas.openxmlformats.org/officeDocument/2006/relationships/tags" Target="../tags/tag201.xml"/><Relationship Id="rId12" Type="http://schemas.openxmlformats.org/officeDocument/2006/relationships/tags" Target="../tags/tag20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03.xml"/><Relationship Id="rId3" Type="http://schemas.openxmlformats.org/officeDocument/2006/relationships/image" Target="../media/image1.jpeg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tags" Target="../tags/tag208.xml"/><Relationship Id="rId9" Type="http://schemas.openxmlformats.org/officeDocument/2006/relationships/tags" Target="../tags/tag209.xml"/><Relationship Id="rId10" Type="http://schemas.openxmlformats.org/officeDocument/2006/relationships/tags" Target="../tags/tag210.xml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tags" Target="../tags/tag211.xml"/><Relationship Id="rId14" Type="http://schemas.openxmlformats.org/officeDocument/2006/relationships/tags" Target="../tags/tag212.xml"/><Relationship Id="rId15" Type="http://schemas.openxmlformats.org/officeDocument/2006/relationships/tags" Target="../tags/tag213.xml"/><Relationship Id="rId16" Type="http://schemas.openxmlformats.org/officeDocument/2006/relationships/tags" Target="../tags/tag214.xml"/><Relationship Id="rId17" Type="http://schemas.openxmlformats.org/officeDocument/2006/relationships/image" Target="../media/image4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23.xml"/><Relationship Id="rId3" Type="http://schemas.openxmlformats.org/officeDocument/2006/relationships/tags" Target="../tags/tag224.xml"/><Relationship Id="rId4" Type="http://schemas.openxmlformats.org/officeDocument/2006/relationships/tags" Target="../tags/tag225.xml"/><Relationship Id="rId5" Type="http://schemas.openxmlformats.org/officeDocument/2006/relationships/tags" Target="../tags/tag226.xml"/><Relationship Id="rId6" Type="http://schemas.openxmlformats.org/officeDocument/2006/relationships/tags" Target="../tags/tag227.xml"/><Relationship Id="rId7" Type="http://schemas.openxmlformats.org/officeDocument/2006/relationships/tags" Target="../tags/tag228.xml"/><Relationship Id="rId8" Type="http://schemas.openxmlformats.org/officeDocument/2006/relationships/tags" Target="../tags/tag229.xml"/><Relationship Id="rId9" Type="http://schemas.openxmlformats.org/officeDocument/2006/relationships/tags" Target="../tags/tag230.xml"/><Relationship Id="rId10" Type="http://schemas.openxmlformats.org/officeDocument/2006/relationships/tags" Target="../tags/tag231.xml"/><Relationship Id="rId11" Type="http://schemas.openxmlformats.org/officeDocument/2006/relationships/tags" Target="../tags/tag232.xml"/><Relationship Id="rId12" Type="http://schemas.openxmlformats.org/officeDocument/2006/relationships/tags" Target="../tags/tag233.xml"/><Relationship Id="rId13" Type="http://schemas.openxmlformats.org/officeDocument/2006/relationships/tags" Target="../tags/tag234.xml"/><Relationship Id="rId14" Type="http://schemas.openxmlformats.org/officeDocument/2006/relationships/tags" Target="../tags/tag235.xml"/><Relationship Id="rId15" Type="http://schemas.openxmlformats.org/officeDocument/2006/relationships/tags" Target="../tags/tag236.xml"/><Relationship Id="rId16" Type="http://schemas.openxmlformats.org/officeDocument/2006/relationships/tags" Target="../tags/tag237.xml"/><Relationship Id="rId17" Type="http://schemas.openxmlformats.org/officeDocument/2006/relationships/tags" Target="../tags/tag238.xml"/><Relationship Id="rId18" Type="http://schemas.openxmlformats.org/officeDocument/2006/relationships/tags" Target="../tags/tag239.xml"/><Relationship Id="rId19" Type="http://schemas.openxmlformats.org/officeDocument/2006/relationships/tags" Target="../tags/tag240.xml"/><Relationship Id="rId20" Type="http://schemas.openxmlformats.org/officeDocument/2006/relationships/tags" Target="../tags/tag241.xml"/><Relationship Id="rId21" Type="http://schemas.openxmlformats.org/officeDocument/2006/relationships/tags" Target="../tags/tag24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43.xml"/><Relationship Id="rId3" Type="http://schemas.openxmlformats.org/officeDocument/2006/relationships/tags" Target="../tags/tag244.xml"/><Relationship Id="rId4" Type="http://schemas.openxmlformats.org/officeDocument/2006/relationships/tags" Target="../tags/tag245.xml"/><Relationship Id="rId5" Type="http://schemas.openxmlformats.org/officeDocument/2006/relationships/tags" Target="../tags/tag246.xml"/><Relationship Id="rId6" Type="http://schemas.openxmlformats.org/officeDocument/2006/relationships/tags" Target="../tags/tag247.xml"/><Relationship Id="rId7" Type="http://schemas.openxmlformats.org/officeDocument/2006/relationships/tags" Target="../tags/tag248.xml"/><Relationship Id="rId8" Type="http://schemas.openxmlformats.org/officeDocument/2006/relationships/tags" Target="../tags/tag249.xml"/><Relationship Id="rId9" Type="http://schemas.openxmlformats.org/officeDocument/2006/relationships/tags" Target="../tags/tag250.xml"/><Relationship Id="rId10" Type="http://schemas.openxmlformats.org/officeDocument/2006/relationships/tags" Target="../tags/tag251.xml"/><Relationship Id="rId11" Type="http://schemas.openxmlformats.org/officeDocument/2006/relationships/tags" Target="../tags/tag25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53.xml"/><Relationship Id="rId3" Type="http://schemas.openxmlformats.org/officeDocument/2006/relationships/tags" Target="../tags/tag254.xml"/><Relationship Id="rId4" Type="http://schemas.openxmlformats.org/officeDocument/2006/relationships/tags" Target="../tags/tag255.xml"/><Relationship Id="rId5" Type="http://schemas.openxmlformats.org/officeDocument/2006/relationships/tags" Target="../tags/tag256.xml"/><Relationship Id="rId6" Type="http://schemas.openxmlformats.org/officeDocument/2006/relationships/tags" Target="../tags/tag257.xml"/><Relationship Id="rId7" Type="http://schemas.openxmlformats.org/officeDocument/2006/relationships/tags" Target="../tags/tag258.xml"/><Relationship Id="rId8" Type="http://schemas.openxmlformats.org/officeDocument/2006/relationships/tags" Target="../tags/tag259.xml"/><Relationship Id="rId9" Type="http://schemas.openxmlformats.org/officeDocument/2006/relationships/tags" Target="../tags/tag260.xml"/><Relationship Id="rId10" Type="http://schemas.openxmlformats.org/officeDocument/2006/relationships/tags" Target="../tags/tag261.xml"/><Relationship Id="rId11" Type="http://schemas.openxmlformats.org/officeDocument/2006/relationships/tags" Target="../tags/tag262.xml"/><Relationship Id="rId12" Type="http://schemas.openxmlformats.org/officeDocument/2006/relationships/tags" Target="../tags/tag26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64.xml"/><Relationship Id="rId3" Type="http://schemas.openxmlformats.org/officeDocument/2006/relationships/tags" Target="../tags/tag265.xml"/><Relationship Id="rId4" Type="http://schemas.openxmlformats.org/officeDocument/2006/relationships/tags" Target="../tags/tag266.xml"/><Relationship Id="rId5" Type="http://schemas.openxmlformats.org/officeDocument/2006/relationships/tags" Target="../tags/tag267.xml"/><Relationship Id="rId6" Type="http://schemas.openxmlformats.org/officeDocument/2006/relationships/tags" Target="../tags/tag268.xml"/><Relationship Id="rId7" Type="http://schemas.openxmlformats.org/officeDocument/2006/relationships/tags" Target="../tags/tag269.xml"/><Relationship Id="rId8" Type="http://schemas.openxmlformats.org/officeDocument/2006/relationships/tags" Target="../tags/tag270.xml"/><Relationship Id="rId9" Type="http://schemas.openxmlformats.org/officeDocument/2006/relationships/tags" Target="../tags/tag271.xml"/><Relationship Id="rId10" Type="http://schemas.openxmlformats.org/officeDocument/2006/relationships/tags" Target="../tags/tag272.xml"/><Relationship Id="rId11" Type="http://schemas.openxmlformats.org/officeDocument/2006/relationships/tags" Target="../tags/tag273.xml"/><Relationship Id="rId12" Type="http://schemas.openxmlformats.org/officeDocument/2006/relationships/tags" Target="../tags/tag274.xml"/><Relationship Id="rId13" Type="http://schemas.openxmlformats.org/officeDocument/2006/relationships/tags" Target="../tags/tag275.xml"/><Relationship Id="rId14" Type="http://schemas.openxmlformats.org/officeDocument/2006/relationships/tags" Target="../tags/tag27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87.xml"/><Relationship Id="rId3" Type="http://schemas.openxmlformats.org/officeDocument/2006/relationships/tags" Target="../tags/tag288.xml"/><Relationship Id="rId4" Type="http://schemas.openxmlformats.org/officeDocument/2006/relationships/tags" Target="../tags/tag289.xml"/><Relationship Id="rId5" Type="http://schemas.openxmlformats.org/officeDocument/2006/relationships/tags" Target="../tags/tag290.xml"/><Relationship Id="rId6" Type="http://schemas.openxmlformats.org/officeDocument/2006/relationships/tags" Target="../tags/tag291.xml"/><Relationship Id="rId7" Type="http://schemas.openxmlformats.org/officeDocument/2006/relationships/tags" Target="../tags/tag292.xml"/><Relationship Id="rId8" Type="http://schemas.openxmlformats.org/officeDocument/2006/relationships/tags" Target="../tags/tag29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94.xml"/><Relationship Id="rId3" Type="http://schemas.openxmlformats.org/officeDocument/2006/relationships/tags" Target="../tags/tag295.xml"/><Relationship Id="rId4" Type="http://schemas.openxmlformats.org/officeDocument/2006/relationships/tags" Target="../tags/tag296.xml"/><Relationship Id="rId5" Type="http://schemas.openxmlformats.org/officeDocument/2006/relationships/tags" Target="../tags/tag297.xml"/><Relationship Id="rId6" Type="http://schemas.openxmlformats.org/officeDocument/2006/relationships/tags" Target="../tags/tag298.xml"/><Relationship Id="rId7" Type="http://schemas.openxmlformats.org/officeDocument/2006/relationships/tags" Target="../tags/tag299.xml"/><Relationship Id="rId8" Type="http://schemas.openxmlformats.org/officeDocument/2006/relationships/tags" Target="../tags/tag300.xml"/><Relationship Id="rId9" Type="http://schemas.openxmlformats.org/officeDocument/2006/relationships/tags" Target="../tags/tag301.xml"/><Relationship Id="rId10" Type="http://schemas.openxmlformats.org/officeDocument/2006/relationships/tags" Target="../tags/tag302.xml"/><Relationship Id="rId11" Type="http://schemas.openxmlformats.org/officeDocument/2006/relationships/tags" Target="../tags/tag30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04.xml"/><Relationship Id="rId3" Type="http://schemas.openxmlformats.org/officeDocument/2006/relationships/tags" Target="../tags/tag305.xml"/><Relationship Id="rId4" Type="http://schemas.openxmlformats.org/officeDocument/2006/relationships/tags" Target="../tags/tag306.xml"/><Relationship Id="rId5" Type="http://schemas.openxmlformats.org/officeDocument/2006/relationships/tags" Target="../tags/tag307.xml"/><Relationship Id="rId6" Type="http://schemas.openxmlformats.org/officeDocument/2006/relationships/tags" Target="../tags/tag308.xml"/><Relationship Id="rId7" Type="http://schemas.openxmlformats.org/officeDocument/2006/relationships/tags" Target="../tags/tag309.xml"/><Relationship Id="rId8" Type="http://schemas.openxmlformats.org/officeDocument/2006/relationships/tags" Target="../tags/tag310.xml"/><Relationship Id="rId9" Type="http://schemas.openxmlformats.org/officeDocument/2006/relationships/tags" Target="../tags/tag311.xml"/><Relationship Id="rId10" Type="http://schemas.openxmlformats.org/officeDocument/2006/relationships/tags" Target="../tags/tag312.xml"/><Relationship Id="rId11" Type="http://schemas.openxmlformats.org/officeDocument/2006/relationships/tags" Target="../tags/tag313.xml"/><Relationship Id="rId12" Type="http://schemas.openxmlformats.org/officeDocument/2006/relationships/tags" Target="../tags/tag314.xml"/><Relationship Id="rId13" Type="http://schemas.openxmlformats.org/officeDocument/2006/relationships/tags" Target="../tags/tag315.xml"/><Relationship Id="rId14" Type="http://schemas.openxmlformats.org/officeDocument/2006/relationships/tags" Target="../tags/tag316.xml"/><Relationship Id="rId15" Type="http://schemas.openxmlformats.org/officeDocument/2006/relationships/tags" Target="../tags/tag317.xml"/><Relationship Id="rId16" Type="http://schemas.openxmlformats.org/officeDocument/2006/relationships/tags" Target="../tags/tag318.xml"/><Relationship Id="rId17" Type="http://schemas.openxmlformats.org/officeDocument/2006/relationships/tags" Target="../tags/tag319.xml"/><Relationship Id="rId18" Type="http://schemas.openxmlformats.org/officeDocument/2006/relationships/tags" Target="../tags/tag320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21.xml"/><Relationship Id="rId3" Type="http://schemas.openxmlformats.org/officeDocument/2006/relationships/tags" Target="../tags/tag322.xml"/><Relationship Id="rId4" Type="http://schemas.openxmlformats.org/officeDocument/2006/relationships/tags" Target="../tags/tag323.xml"/><Relationship Id="rId5" Type="http://schemas.openxmlformats.org/officeDocument/2006/relationships/tags" Target="../tags/tag324.xml"/><Relationship Id="rId6" Type="http://schemas.openxmlformats.org/officeDocument/2006/relationships/tags" Target="../tags/tag325.xml"/><Relationship Id="rId7" Type="http://schemas.openxmlformats.org/officeDocument/2006/relationships/tags" Target="../tags/tag326.xml"/><Relationship Id="rId8" Type="http://schemas.openxmlformats.org/officeDocument/2006/relationships/tags" Target="../tags/tag327.xml"/><Relationship Id="rId9" Type="http://schemas.openxmlformats.org/officeDocument/2006/relationships/tags" Target="../tags/tag328.xml"/><Relationship Id="rId10" Type="http://schemas.openxmlformats.org/officeDocument/2006/relationships/tags" Target="../tags/tag329.xml"/><Relationship Id="rId11" Type="http://schemas.openxmlformats.org/officeDocument/2006/relationships/tags" Target="../tags/tag330.xml"/><Relationship Id="rId12" Type="http://schemas.openxmlformats.org/officeDocument/2006/relationships/tags" Target="../tags/tag331.xml"/><Relationship Id="rId13" Type="http://schemas.openxmlformats.org/officeDocument/2006/relationships/tags" Target="../tags/tag332.xml"/><Relationship Id="rId14" Type="http://schemas.openxmlformats.org/officeDocument/2006/relationships/tags" Target="../tags/tag333.xml"/><Relationship Id="rId15" Type="http://schemas.openxmlformats.org/officeDocument/2006/relationships/tags" Target="../tags/tag334.xml"/><Relationship Id="rId16" Type="http://schemas.openxmlformats.org/officeDocument/2006/relationships/tags" Target="../tags/tag335.xml"/><Relationship Id="rId17" Type="http://schemas.openxmlformats.org/officeDocument/2006/relationships/tags" Target="../tags/tag336.xml"/><Relationship Id="rId18" Type="http://schemas.openxmlformats.org/officeDocument/2006/relationships/tags" Target="../tags/tag337.xml"/><Relationship Id="rId19" Type="http://schemas.openxmlformats.org/officeDocument/2006/relationships/tags" Target="../tags/tag338.xml"/><Relationship Id="rId20" Type="http://schemas.openxmlformats.org/officeDocument/2006/relationships/tags" Target="../tags/tag339.xml"/><Relationship Id="rId21" Type="http://schemas.openxmlformats.org/officeDocument/2006/relationships/tags" Target="../tags/tag340.xml"/><Relationship Id="rId22" Type="http://schemas.openxmlformats.org/officeDocument/2006/relationships/tags" Target="../tags/tag34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42.xml"/><Relationship Id="rId3" Type="http://schemas.openxmlformats.org/officeDocument/2006/relationships/tags" Target="../tags/tag343.xml"/><Relationship Id="rId4" Type="http://schemas.openxmlformats.org/officeDocument/2006/relationships/tags" Target="../tags/tag344.xml"/><Relationship Id="rId5" Type="http://schemas.openxmlformats.org/officeDocument/2006/relationships/tags" Target="../tags/tag345.xml"/><Relationship Id="rId6" Type="http://schemas.openxmlformats.org/officeDocument/2006/relationships/tags" Target="../tags/tag346.xml"/><Relationship Id="rId7" Type="http://schemas.openxmlformats.org/officeDocument/2006/relationships/tags" Target="../tags/tag347.xml"/><Relationship Id="rId8" Type="http://schemas.openxmlformats.org/officeDocument/2006/relationships/tags" Target="../tags/tag348.xml"/><Relationship Id="rId9" Type="http://schemas.openxmlformats.org/officeDocument/2006/relationships/tags" Target="../tags/tag349.xml"/><Relationship Id="rId10" Type="http://schemas.openxmlformats.org/officeDocument/2006/relationships/tags" Target="../tags/tag350.xml"/><Relationship Id="rId11" Type="http://schemas.openxmlformats.org/officeDocument/2006/relationships/tags" Target="../tags/tag35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52.xml"/><Relationship Id="rId3" Type="http://schemas.openxmlformats.org/officeDocument/2006/relationships/tags" Target="../tags/tag353.xml"/><Relationship Id="rId4" Type="http://schemas.openxmlformats.org/officeDocument/2006/relationships/tags" Target="../tags/tag354.xml"/><Relationship Id="rId5" Type="http://schemas.openxmlformats.org/officeDocument/2006/relationships/tags" Target="../tags/tag355.xml"/><Relationship Id="rId6" Type="http://schemas.openxmlformats.org/officeDocument/2006/relationships/tags" Target="../tags/tag356.xml"/><Relationship Id="rId7" Type="http://schemas.openxmlformats.org/officeDocument/2006/relationships/tags" Target="../tags/tag357.xml"/><Relationship Id="rId8" Type="http://schemas.openxmlformats.org/officeDocument/2006/relationships/tags" Target="../tags/tag358.xml"/><Relationship Id="rId9" Type="http://schemas.openxmlformats.org/officeDocument/2006/relationships/tags" Target="../tags/tag359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60.xml"/><Relationship Id="rId3" Type="http://schemas.openxmlformats.org/officeDocument/2006/relationships/tags" Target="../tags/tag361.xml"/><Relationship Id="rId4" Type="http://schemas.openxmlformats.org/officeDocument/2006/relationships/tags" Target="../tags/tag362.xml"/><Relationship Id="rId5" Type="http://schemas.openxmlformats.org/officeDocument/2006/relationships/tags" Target="../tags/tag363.xml"/><Relationship Id="rId6" Type="http://schemas.openxmlformats.org/officeDocument/2006/relationships/tags" Target="../tags/tag364.xml"/><Relationship Id="rId7" Type="http://schemas.openxmlformats.org/officeDocument/2006/relationships/tags" Target="../tags/tag365.xml"/><Relationship Id="rId8" Type="http://schemas.openxmlformats.org/officeDocument/2006/relationships/tags" Target="../tags/tag366.xml"/><Relationship Id="rId9" Type="http://schemas.openxmlformats.org/officeDocument/2006/relationships/tags" Target="../tags/tag367.xml"/><Relationship Id="rId10" Type="http://schemas.openxmlformats.org/officeDocument/2006/relationships/tags" Target="../tags/tag368.xml"/><Relationship Id="rId11" Type="http://schemas.openxmlformats.org/officeDocument/2006/relationships/tags" Target="../tags/tag369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70.xml"/><Relationship Id="rId3" Type="http://schemas.openxmlformats.org/officeDocument/2006/relationships/tags" Target="../tags/tag371.xml"/><Relationship Id="rId4" Type="http://schemas.openxmlformats.org/officeDocument/2006/relationships/tags" Target="../tags/tag372.xml"/><Relationship Id="rId5" Type="http://schemas.openxmlformats.org/officeDocument/2006/relationships/tags" Target="../tags/tag373.xml"/><Relationship Id="rId6" Type="http://schemas.openxmlformats.org/officeDocument/2006/relationships/tags" Target="../tags/tag374.xml"/><Relationship Id="rId7" Type="http://schemas.openxmlformats.org/officeDocument/2006/relationships/tags" Target="../tags/tag375.xml"/><Relationship Id="rId8" Type="http://schemas.openxmlformats.org/officeDocument/2006/relationships/tags" Target="../tags/tag376.xml"/><Relationship Id="rId9" Type="http://schemas.openxmlformats.org/officeDocument/2006/relationships/tags" Target="../tags/tag377.xml"/><Relationship Id="rId10" Type="http://schemas.openxmlformats.org/officeDocument/2006/relationships/tags" Target="../tags/tag378.xml"/><Relationship Id="rId11" Type="http://schemas.openxmlformats.org/officeDocument/2006/relationships/tags" Target="../tags/tag379.xml"/><Relationship Id="rId12" Type="http://schemas.openxmlformats.org/officeDocument/2006/relationships/tags" Target="../tags/tag380.xml"/><Relationship Id="rId13" Type="http://schemas.openxmlformats.org/officeDocument/2006/relationships/tags" Target="../tags/tag381.xml"/><Relationship Id="rId14" Type="http://schemas.openxmlformats.org/officeDocument/2006/relationships/tags" Target="../tags/tag38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383.xml"/><Relationship Id="rId3" Type="http://schemas.openxmlformats.org/officeDocument/2006/relationships/tags" Target="../tags/tag384.xml"/><Relationship Id="rId4" Type="http://schemas.openxmlformats.org/officeDocument/2006/relationships/tags" Target="../tags/tag385.xml"/><Relationship Id="rId5" Type="http://schemas.openxmlformats.org/officeDocument/2006/relationships/tags" Target="../tags/tag386.xml"/><Relationship Id="rId6" Type="http://schemas.openxmlformats.org/officeDocument/2006/relationships/tags" Target="../tags/tag387.xml"/><Relationship Id="rId7" Type="http://schemas.openxmlformats.org/officeDocument/2006/relationships/tags" Target="../tags/tag388.xml"/><Relationship Id="rId8" Type="http://schemas.openxmlformats.org/officeDocument/2006/relationships/tags" Target="../tags/tag389.xml"/><Relationship Id="rId9" Type="http://schemas.openxmlformats.org/officeDocument/2006/relationships/tags" Target="../tags/tag390.xml"/><Relationship Id="rId10" Type="http://schemas.openxmlformats.org/officeDocument/2006/relationships/tags" Target="../tags/tag391.xml"/><Relationship Id="rId11" Type="http://schemas.openxmlformats.org/officeDocument/2006/relationships/tags" Target="../tags/tag392.xml"/><Relationship Id="rId12" Type="http://schemas.openxmlformats.org/officeDocument/2006/relationships/tags" Target="../tags/tag393.xml"/><Relationship Id="rId13" Type="http://schemas.openxmlformats.org/officeDocument/2006/relationships/tags" Target="../tags/tag394.xml"/><Relationship Id="rId14" Type="http://schemas.openxmlformats.org/officeDocument/2006/relationships/tags" Target="../tags/tag395.xml"/><Relationship Id="rId15" Type="http://schemas.openxmlformats.org/officeDocument/2006/relationships/tags" Target="../tags/tag396.xml"/><Relationship Id="rId16" Type="http://schemas.openxmlformats.org/officeDocument/2006/relationships/tags" Target="../tags/tag397.xml"/><Relationship Id="rId17" Type="http://schemas.openxmlformats.org/officeDocument/2006/relationships/tags" Target="../tags/tag398.xml"/><Relationship Id="rId18" Type="http://schemas.openxmlformats.org/officeDocument/2006/relationships/tags" Target="../tags/tag399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00.xml"/><Relationship Id="rId3" Type="http://schemas.openxmlformats.org/officeDocument/2006/relationships/tags" Target="../tags/tag401.xml"/><Relationship Id="rId4" Type="http://schemas.openxmlformats.org/officeDocument/2006/relationships/tags" Target="../tags/tag402.xml"/><Relationship Id="rId5" Type="http://schemas.openxmlformats.org/officeDocument/2006/relationships/tags" Target="../tags/tag40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04.xml"/><Relationship Id="rId3" Type="http://schemas.openxmlformats.org/officeDocument/2006/relationships/tags" Target="../tags/tag405.xml"/><Relationship Id="rId4" Type="http://schemas.openxmlformats.org/officeDocument/2006/relationships/tags" Target="../tags/tag406.xml"/><Relationship Id="rId5" Type="http://schemas.openxmlformats.org/officeDocument/2006/relationships/tags" Target="../tags/tag407.xml"/><Relationship Id="rId6" Type="http://schemas.openxmlformats.org/officeDocument/2006/relationships/tags" Target="../tags/tag408.xml"/><Relationship Id="rId7" Type="http://schemas.openxmlformats.org/officeDocument/2006/relationships/tags" Target="../tags/tag409.xml"/><Relationship Id="rId8" Type="http://schemas.openxmlformats.org/officeDocument/2006/relationships/tags" Target="../tags/tag410.xml"/><Relationship Id="rId9" Type="http://schemas.openxmlformats.org/officeDocument/2006/relationships/tags" Target="../tags/tag411.xml"/><Relationship Id="rId10" Type="http://schemas.openxmlformats.org/officeDocument/2006/relationships/tags" Target="../tags/tag412.xml"/><Relationship Id="rId11" Type="http://schemas.openxmlformats.org/officeDocument/2006/relationships/tags" Target="../tags/tag413.xml"/><Relationship Id="rId12" Type="http://schemas.openxmlformats.org/officeDocument/2006/relationships/tags" Target="../tags/tag414.xml"/><Relationship Id="rId13" Type="http://schemas.openxmlformats.org/officeDocument/2006/relationships/tags" Target="../tags/tag415.xml"/><Relationship Id="rId14" Type="http://schemas.openxmlformats.org/officeDocument/2006/relationships/tags" Target="../tags/tag4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17.xml"/><Relationship Id="rId3" Type="http://schemas.openxmlformats.org/officeDocument/2006/relationships/tags" Target="../tags/tag418.xml"/><Relationship Id="rId4" Type="http://schemas.openxmlformats.org/officeDocument/2006/relationships/tags" Target="../tags/tag419.xml"/><Relationship Id="rId5" Type="http://schemas.openxmlformats.org/officeDocument/2006/relationships/tags" Target="../tags/tag420.xml"/><Relationship Id="rId6" Type="http://schemas.openxmlformats.org/officeDocument/2006/relationships/tags" Target="../tags/tag421.xml"/><Relationship Id="rId7" Type="http://schemas.openxmlformats.org/officeDocument/2006/relationships/tags" Target="../tags/tag422.xml"/><Relationship Id="rId8" Type="http://schemas.openxmlformats.org/officeDocument/2006/relationships/tags" Target="../tags/tag423.xml"/><Relationship Id="rId9" Type="http://schemas.openxmlformats.org/officeDocument/2006/relationships/tags" Target="../tags/tag424.xml"/><Relationship Id="rId10" Type="http://schemas.openxmlformats.org/officeDocument/2006/relationships/tags" Target="../tags/tag425.xml"/><Relationship Id="rId11" Type="http://schemas.openxmlformats.org/officeDocument/2006/relationships/tags" Target="../tags/tag426.xml"/><Relationship Id="rId12" Type="http://schemas.openxmlformats.org/officeDocument/2006/relationships/tags" Target="../tags/tag427.xml"/><Relationship Id="rId13" Type="http://schemas.openxmlformats.org/officeDocument/2006/relationships/tags" Target="../tags/tag428.xml"/><Relationship Id="rId14" Type="http://schemas.openxmlformats.org/officeDocument/2006/relationships/tags" Target="../tags/tag42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30.xml"/><Relationship Id="rId3" Type="http://schemas.openxmlformats.org/officeDocument/2006/relationships/tags" Target="../tags/tag431.xml"/><Relationship Id="rId4" Type="http://schemas.openxmlformats.org/officeDocument/2006/relationships/tags" Target="../tags/tag432.xml"/><Relationship Id="rId5" Type="http://schemas.openxmlformats.org/officeDocument/2006/relationships/tags" Target="../tags/tag433.xml"/><Relationship Id="rId6" Type="http://schemas.openxmlformats.org/officeDocument/2006/relationships/tags" Target="../tags/tag434.xml"/><Relationship Id="rId7" Type="http://schemas.openxmlformats.org/officeDocument/2006/relationships/tags" Target="../tags/tag435.xml"/><Relationship Id="rId8" Type="http://schemas.openxmlformats.org/officeDocument/2006/relationships/tags" Target="../tags/tag436.xml"/><Relationship Id="rId9" Type="http://schemas.openxmlformats.org/officeDocument/2006/relationships/tags" Target="../tags/tag437.xml"/><Relationship Id="rId10" Type="http://schemas.openxmlformats.org/officeDocument/2006/relationships/tags" Target="../tags/tag438.xml"/><Relationship Id="rId11" Type="http://schemas.openxmlformats.org/officeDocument/2006/relationships/tags" Target="../tags/tag439.xml"/><Relationship Id="rId12" Type="http://schemas.openxmlformats.org/officeDocument/2006/relationships/tags" Target="../tags/tag440.xml"/><Relationship Id="rId13" Type="http://schemas.openxmlformats.org/officeDocument/2006/relationships/tags" Target="../tags/tag441.xml"/><Relationship Id="rId14" Type="http://schemas.openxmlformats.org/officeDocument/2006/relationships/tags" Target="../tags/tag44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43.xml"/><Relationship Id="rId3" Type="http://schemas.openxmlformats.org/officeDocument/2006/relationships/tags" Target="../tags/tag444.xml"/><Relationship Id="rId4" Type="http://schemas.openxmlformats.org/officeDocument/2006/relationships/tags" Target="../tags/tag445.xml"/><Relationship Id="rId5" Type="http://schemas.openxmlformats.org/officeDocument/2006/relationships/tags" Target="../tags/tag44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47.xml"/><Relationship Id="rId3" Type="http://schemas.openxmlformats.org/officeDocument/2006/relationships/tags" Target="../tags/tag448.xml"/><Relationship Id="rId4" Type="http://schemas.openxmlformats.org/officeDocument/2006/relationships/tags" Target="../tags/tag449.xml"/><Relationship Id="rId5" Type="http://schemas.openxmlformats.org/officeDocument/2006/relationships/tags" Target="../tags/tag450.xml"/><Relationship Id="rId6" Type="http://schemas.openxmlformats.org/officeDocument/2006/relationships/tags" Target="../tags/tag451.xml"/><Relationship Id="rId7" Type="http://schemas.openxmlformats.org/officeDocument/2006/relationships/tags" Target="../tags/tag452.xml"/><Relationship Id="rId8" Type="http://schemas.openxmlformats.org/officeDocument/2006/relationships/tags" Target="../tags/tag453.xml"/><Relationship Id="rId9" Type="http://schemas.openxmlformats.org/officeDocument/2006/relationships/tags" Target="../tags/tag45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55.xml"/><Relationship Id="rId3" Type="http://schemas.openxmlformats.org/officeDocument/2006/relationships/tags" Target="../tags/tag456.xml"/><Relationship Id="rId4" Type="http://schemas.openxmlformats.org/officeDocument/2006/relationships/tags" Target="../tags/tag457.xml"/><Relationship Id="rId5" Type="http://schemas.openxmlformats.org/officeDocument/2006/relationships/tags" Target="../tags/tag458.xml"/><Relationship Id="rId6" Type="http://schemas.openxmlformats.org/officeDocument/2006/relationships/tags" Target="../tags/tag459.xml"/><Relationship Id="rId7" Type="http://schemas.openxmlformats.org/officeDocument/2006/relationships/tags" Target="../tags/tag460.xml"/><Relationship Id="rId8" Type="http://schemas.openxmlformats.org/officeDocument/2006/relationships/tags" Target="../tags/tag461.xml"/><Relationship Id="rId9" Type="http://schemas.openxmlformats.org/officeDocument/2006/relationships/tags" Target="../tags/tag462.xml"/><Relationship Id="rId10" Type="http://schemas.openxmlformats.org/officeDocument/2006/relationships/tags" Target="../tags/tag463.xml"/><Relationship Id="rId11" Type="http://schemas.openxmlformats.org/officeDocument/2006/relationships/tags" Target="../tags/tag464.xml"/><Relationship Id="rId12" Type="http://schemas.openxmlformats.org/officeDocument/2006/relationships/tags" Target="../tags/tag465.xml"/><Relationship Id="rId13" Type="http://schemas.openxmlformats.org/officeDocument/2006/relationships/tags" Target="../tags/tag466.xml"/><Relationship Id="rId14" Type="http://schemas.openxmlformats.org/officeDocument/2006/relationships/tags" Target="../tags/tag46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68.xml"/><Relationship Id="rId3" Type="http://schemas.openxmlformats.org/officeDocument/2006/relationships/tags" Target="../tags/tag469.xml"/><Relationship Id="rId4" Type="http://schemas.openxmlformats.org/officeDocument/2006/relationships/tags" Target="../tags/tag470.xml"/><Relationship Id="rId5" Type="http://schemas.openxmlformats.org/officeDocument/2006/relationships/tags" Target="../tags/tag471.xml"/><Relationship Id="rId6" Type="http://schemas.openxmlformats.org/officeDocument/2006/relationships/tags" Target="../tags/tag472.xml"/><Relationship Id="rId7" Type="http://schemas.openxmlformats.org/officeDocument/2006/relationships/tags" Target="../tags/tag473.xml"/><Relationship Id="rId8" Type="http://schemas.openxmlformats.org/officeDocument/2006/relationships/tags" Target="../tags/tag474.xml"/><Relationship Id="rId9" Type="http://schemas.openxmlformats.org/officeDocument/2006/relationships/tags" Target="../tags/tag47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76.xml"/><Relationship Id="rId3" Type="http://schemas.openxmlformats.org/officeDocument/2006/relationships/tags" Target="../tags/tag477.xml"/><Relationship Id="rId4" Type="http://schemas.openxmlformats.org/officeDocument/2006/relationships/tags" Target="../tags/tag478.xml"/><Relationship Id="rId5" Type="http://schemas.openxmlformats.org/officeDocument/2006/relationships/tags" Target="../tags/tag479.xml"/><Relationship Id="rId6" Type="http://schemas.openxmlformats.org/officeDocument/2006/relationships/tags" Target="../tags/tag480.xml"/><Relationship Id="rId7" Type="http://schemas.openxmlformats.org/officeDocument/2006/relationships/tags" Target="../tags/tag481.xml"/><Relationship Id="rId8" Type="http://schemas.openxmlformats.org/officeDocument/2006/relationships/tags" Target="../tags/tag482.xml"/><Relationship Id="rId9" Type="http://schemas.openxmlformats.org/officeDocument/2006/relationships/tags" Target="../tags/tag483.xml"/><Relationship Id="rId10" Type="http://schemas.openxmlformats.org/officeDocument/2006/relationships/tags" Target="../tags/tag484.xml"/><Relationship Id="rId11" Type="http://schemas.openxmlformats.org/officeDocument/2006/relationships/tags" Target="../tags/tag485.xml"/><Relationship Id="rId12" Type="http://schemas.openxmlformats.org/officeDocument/2006/relationships/tags" Target="../tags/tag48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87.xml"/><Relationship Id="rId3" Type="http://schemas.openxmlformats.org/officeDocument/2006/relationships/tags" Target="../tags/tag488.xml"/><Relationship Id="rId4" Type="http://schemas.openxmlformats.org/officeDocument/2006/relationships/tags" Target="../tags/tag489.xml"/><Relationship Id="rId5" Type="http://schemas.openxmlformats.org/officeDocument/2006/relationships/tags" Target="../tags/tag490.xml"/><Relationship Id="rId6" Type="http://schemas.openxmlformats.org/officeDocument/2006/relationships/tags" Target="../tags/tag491.xml"/><Relationship Id="rId7" Type="http://schemas.openxmlformats.org/officeDocument/2006/relationships/tags" Target="../tags/tag492.xml"/><Relationship Id="rId8" Type="http://schemas.openxmlformats.org/officeDocument/2006/relationships/tags" Target="../tags/tag493.xml"/><Relationship Id="rId9" Type="http://schemas.openxmlformats.org/officeDocument/2006/relationships/tags" Target="../tags/tag494.xml"/><Relationship Id="rId10" Type="http://schemas.openxmlformats.org/officeDocument/2006/relationships/tags" Target="../tags/tag49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496.xml"/><Relationship Id="rId3" Type="http://schemas.openxmlformats.org/officeDocument/2006/relationships/tags" Target="../tags/tag497.xml"/><Relationship Id="rId4" Type="http://schemas.openxmlformats.org/officeDocument/2006/relationships/tags" Target="../tags/tag498.xml"/><Relationship Id="rId5" Type="http://schemas.openxmlformats.org/officeDocument/2006/relationships/tags" Target="../tags/tag499.xml"/><Relationship Id="rId6" Type="http://schemas.openxmlformats.org/officeDocument/2006/relationships/tags" Target="../tags/tag500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501.xml"/><Relationship Id="rId3" Type="http://schemas.openxmlformats.org/officeDocument/2006/relationships/tags" Target="../tags/tag502.xml"/><Relationship Id="rId4" Type="http://schemas.openxmlformats.org/officeDocument/2006/relationships/tags" Target="../tags/tag50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504.xml"/><Relationship Id="rId3" Type="http://schemas.openxmlformats.org/officeDocument/2006/relationships/tags" Target="../tags/tag505.xml"/><Relationship Id="rId4" Type="http://schemas.openxmlformats.org/officeDocument/2006/relationships/tags" Target="../tags/tag506.xml"/><Relationship Id="rId5" Type="http://schemas.openxmlformats.org/officeDocument/2006/relationships/tags" Target="../tags/tag507.xml"/><Relationship Id="rId6" Type="http://schemas.openxmlformats.org/officeDocument/2006/relationships/tags" Target="../tags/tag508.xml"/><Relationship Id="rId7" Type="http://schemas.openxmlformats.org/officeDocument/2006/relationships/tags" Target="../tags/tag509.xml"/><Relationship Id="rId8" Type="http://schemas.openxmlformats.org/officeDocument/2006/relationships/tags" Target="../tags/tag510.xml"/><Relationship Id="rId9" Type="http://schemas.openxmlformats.org/officeDocument/2006/relationships/tags" Target="../tags/tag511.xml"/><Relationship Id="rId10" Type="http://schemas.openxmlformats.org/officeDocument/2006/relationships/tags" Target="../tags/tag512.xml"/><Relationship Id="rId11" Type="http://schemas.openxmlformats.org/officeDocument/2006/relationships/tags" Target="../tags/tag513.xml"/><Relationship Id="rId12" Type="http://schemas.openxmlformats.org/officeDocument/2006/relationships/tags" Target="../tags/tag514.xml"/><Relationship Id="rId13" Type="http://schemas.openxmlformats.org/officeDocument/2006/relationships/tags" Target="../tags/tag515.xml"/><Relationship Id="rId14" Type="http://schemas.openxmlformats.org/officeDocument/2006/relationships/tags" Target="../tags/tag51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517.xml"/><Relationship Id="rId3" Type="http://schemas.openxmlformats.org/officeDocument/2006/relationships/tags" Target="../tags/tag518.xml"/><Relationship Id="rId4" Type="http://schemas.openxmlformats.org/officeDocument/2006/relationships/tags" Target="../tags/tag519.xml"/><Relationship Id="rId5" Type="http://schemas.openxmlformats.org/officeDocument/2006/relationships/tags" Target="../tags/tag520.xml"/><Relationship Id="rId6" Type="http://schemas.openxmlformats.org/officeDocument/2006/relationships/tags" Target="../tags/tag521.xml"/><Relationship Id="rId7" Type="http://schemas.openxmlformats.org/officeDocument/2006/relationships/tags" Target="../tags/tag522.xml"/><Relationship Id="rId8" Type="http://schemas.openxmlformats.org/officeDocument/2006/relationships/tags" Target="../tags/tag523.xml"/><Relationship Id="rId9" Type="http://schemas.openxmlformats.org/officeDocument/2006/relationships/tags" Target="../tags/tag524.xml"/><Relationship Id="rId10" Type="http://schemas.openxmlformats.org/officeDocument/2006/relationships/tags" Target="../tags/tag525.xml"/><Relationship Id="rId11" Type="http://schemas.openxmlformats.org/officeDocument/2006/relationships/tags" Target="../tags/tag526.xml"/><Relationship Id="rId12" Type="http://schemas.openxmlformats.org/officeDocument/2006/relationships/tags" Target="../tags/tag527.xml"/><Relationship Id="rId13" Type="http://schemas.openxmlformats.org/officeDocument/2006/relationships/tags" Target="../tags/tag528.xml"/><Relationship Id="rId14" Type="http://schemas.openxmlformats.org/officeDocument/2006/relationships/tags" Target="../tags/tag529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37.xml"/><Relationship Id="rId3" Type="http://schemas.openxmlformats.org/officeDocument/2006/relationships/tags" Target="../tags/tag538.xml"/><Relationship Id="rId4" Type="http://schemas.openxmlformats.org/officeDocument/2006/relationships/tags" Target="../tags/tag539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40.xml"/><Relationship Id="rId3" Type="http://schemas.openxmlformats.org/officeDocument/2006/relationships/tags" Target="../tags/tag541.xml"/><Relationship Id="rId4" Type="http://schemas.openxmlformats.org/officeDocument/2006/relationships/tags" Target="../tags/tag54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43.xml"/><Relationship Id="rId3" Type="http://schemas.openxmlformats.org/officeDocument/2006/relationships/tags" Target="../tags/tag544.xml"/><Relationship Id="rId4" Type="http://schemas.openxmlformats.org/officeDocument/2006/relationships/tags" Target="../tags/tag54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46.xml"/><Relationship Id="rId3" Type="http://schemas.openxmlformats.org/officeDocument/2006/relationships/tags" Target="../tags/tag547.xml"/><Relationship Id="rId4" Type="http://schemas.openxmlformats.org/officeDocument/2006/relationships/tags" Target="../tags/tag548.xml"/><Relationship Id="rId5" Type="http://schemas.openxmlformats.org/officeDocument/2006/relationships/tags" Target="../tags/tag549.xml"/><Relationship Id="rId6" Type="http://schemas.openxmlformats.org/officeDocument/2006/relationships/tags" Target="../tags/tag550.xml"/><Relationship Id="rId7" Type="http://schemas.openxmlformats.org/officeDocument/2006/relationships/tags" Target="../tags/tag551.xml"/><Relationship Id="rId8" Type="http://schemas.openxmlformats.org/officeDocument/2006/relationships/tags" Target="../tags/tag552.xml"/><Relationship Id="rId9" Type="http://schemas.openxmlformats.org/officeDocument/2006/relationships/tags" Target="../tags/tag553.xml"/><Relationship Id="rId10" Type="http://schemas.openxmlformats.org/officeDocument/2006/relationships/tags" Target="../tags/tag554.xml"/><Relationship Id="rId11" Type="http://schemas.openxmlformats.org/officeDocument/2006/relationships/tags" Target="../tags/tag555.xml"/><Relationship Id="rId12" Type="http://schemas.openxmlformats.org/officeDocument/2006/relationships/tags" Target="../tags/tag556.xml"/><Relationship Id="rId13" Type="http://schemas.openxmlformats.org/officeDocument/2006/relationships/tags" Target="../tags/tag557.xml"/><Relationship Id="rId14" Type="http://schemas.openxmlformats.org/officeDocument/2006/relationships/tags" Target="../tags/tag558.xml"/><Relationship Id="rId15" Type="http://schemas.openxmlformats.org/officeDocument/2006/relationships/tags" Target="../tags/tag559.xml"/><Relationship Id="rId16" Type="http://schemas.openxmlformats.org/officeDocument/2006/relationships/tags" Target="../tags/tag560.xml"/><Relationship Id="rId17" Type="http://schemas.openxmlformats.org/officeDocument/2006/relationships/tags" Target="../tags/tag561.xml"/><Relationship Id="rId18" Type="http://schemas.openxmlformats.org/officeDocument/2006/relationships/tags" Target="../tags/tag56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63.xml"/><Relationship Id="rId3" Type="http://schemas.openxmlformats.org/officeDocument/2006/relationships/tags" Target="../tags/tag564.xml"/><Relationship Id="rId4" Type="http://schemas.openxmlformats.org/officeDocument/2006/relationships/tags" Target="../tags/tag565.xml"/><Relationship Id="rId5" Type="http://schemas.openxmlformats.org/officeDocument/2006/relationships/tags" Target="../tags/tag566.xml"/><Relationship Id="rId6" Type="http://schemas.openxmlformats.org/officeDocument/2006/relationships/tags" Target="../tags/tag567.xml"/><Relationship Id="rId7" Type="http://schemas.openxmlformats.org/officeDocument/2006/relationships/tags" Target="../tags/tag568.xml"/><Relationship Id="rId8" Type="http://schemas.openxmlformats.org/officeDocument/2006/relationships/tags" Target="../tags/tag569.xml"/><Relationship Id="rId9" Type="http://schemas.openxmlformats.org/officeDocument/2006/relationships/tags" Target="../tags/tag570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71.xml"/><Relationship Id="rId3" Type="http://schemas.openxmlformats.org/officeDocument/2006/relationships/tags" Target="../tags/tag572.xml"/><Relationship Id="rId4" Type="http://schemas.openxmlformats.org/officeDocument/2006/relationships/tags" Target="../tags/tag573.xml"/><Relationship Id="rId5" Type="http://schemas.openxmlformats.org/officeDocument/2006/relationships/tags" Target="../tags/tag574.xml"/><Relationship Id="rId6" Type="http://schemas.openxmlformats.org/officeDocument/2006/relationships/tags" Target="../tags/tag575.xml"/><Relationship Id="rId7" Type="http://schemas.openxmlformats.org/officeDocument/2006/relationships/tags" Target="../tags/tag576.xml"/><Relationship Id="rId8" Type="http://schemas.openxmlformats.org/officeDocument/2006/relationships/tags" Target="../tags/tag57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578.xml"/><Relationship Id="rId3" Type="http://schemas.openxmlformats.org/officeDocument/2006/relationships/tags" Target="../tags/tag579.xml"/><Relationship Id="rId4" Type="http://schemas.openxmlformats.org/officeDocument/2006/relationships/tags" Target="../tags/tag580.xml"/><Relationship Id="rId5" Type="http://schemas.openxmlformats.org/officeDocument/2006/relationships/tags" Target="../tags/tag581.xml"/><Relationship Id="rId6" Type="http://schemas.openxmlformats.org/officeDocument/2006/relationships/tags" Target="../tags/tag582.xml"/><Relationship Id="rId7" Type="http://schemas.openxmlformats.org/officeDocument/2006/relationships/tags" Target="../tags/tag58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17"/>
          <p:cNvSpPr/>
          <p:nvPr userDrawn="1">
            <p:custDataLst>
              <p:tags r:id="rId2"/>
            </p:custDataLst>
          </p:nvPr>
        </p:nvSpPr>
        <p:spPr>
          <a:xfrm>
            <a:off x="7534910" y="2957195"/>
            <a:ext cx="4657090" cy="3030855"/>
          </a:xfrm>
          <a:custGeom>
            <a:avLst/>
            <a:gdLst>
              <a:gd name="connsiteX0" fmla="*/ 0 w 7334"/>
              <a:gd name="connsiteY0" fmla="*/ 4754 h 4773"/>
              <a:gd name="connsiteX1" fmla="*/ 1297 w 7334"/>
              <a:gd name="connsiteY1" fmla="*/ 4754 h 4773"/>
              <a:gd name="connsiteX2" fmla="*/ 1297 w 7334"/>
              <a:gd name="connsiteY2" fmla="*/ 3267 h 4773"/>
              <a:gd name="connsiteX3" fmla="*/ 2032 w 7334"/>
              <a:gd name="connsiteY3" fmla="*/ 2990 h 4773"/>
              <a:gd name="connsiteX4" fmla="*/ 2028 w 7334"/>
              <a:gd name="connsiteY4" fmla="*/ 4767 h 4773"/>
              <a:gd name="connsiteX5" fmla="*/ 1736 w 7334"/>
              <a:gd name="connsiteY5" fmla="*/ 4769 h 4773"/>
              <a:gd name="connsiteX6" fmla="*/ 1736 w 7334"/>
              <a:gd name="connsiteY6" fmla="*/ 1950 h 4773"/>
              <a:gd name="connsiteX7" fmla="*/ 3109 w 7334"/>
              <a:gd name="connsiteY7" fmla="*/ 2275 h 4773"/>
              <a:gd name="connsiteX8" fmla="*/ 3109 w 7334"/>
              <a:gd name="connsiteY8" fmla="*/ 4773 h 4773"/>
              <a:gd name="connsiteX9" fmla="*/ 2594 w 7334"/>
              <a:gd name="connsiteY9" fmla="*/ 4773 h 4773"/>
              <a:gd name="connsiteX10" fmla="*/ 2604 w 7334"/>
              <a:gd name="connsiteY10" fmla="*/ 0 h 4773"/>
              <a:gd name="connsiteX11" fmla="*/ 3656 w 7334"/>
              <a:gd name="connsiteY11" fmla="*/ 7 h 4773"/>
              <a:gd name="connsiteX12" fmla="*/ 3653 w 7334"/>
              <a:gd name="connsiteY12" fmla="*/ 3834 h 4773"/>
              <a:gd name="connsiteX13" fmla="*/ 3404 w 7334"/>
              <a:gd name="connsiteY13" fmla="*/ 3837 h 4773"/>
              <a:gd name="connsiteX14" fmla="*/ 3404 w 7334"/>
              <a:gd name="connsiteY14" fmla="*/ 2979 h 4773"/>
              <a:gd name="connsiteX15" fmla="*/ 4594 w 7334"/>
              <a:gd name="connsiteY15" fmla="*/ 2978 h 4773"/>
              <a:gd name="connsiteX16" fmla="*/ 4593 w 7334"/>
              <a:gd name="connsiteY16" fmla="*/ 4339 h 4773"/>
              <a:gd name="connsiteX17" fmla="*/ 5122 w 7334"/>
              <a:gd name="connsiteY17" fmla="*/ 4338 h 4773"/>
              <a:gd name="connsiteX18" fmla="*/ 5120 w 7334"/>
              <a:gd name="connsiteY18" fmla="*/ 4771 h 4773"/>
              <a:gd name="connsiteX19" fmla="*/ 7334 w 7334"/>
              <a:gd name="connsiteY19" fmla="*/ 4769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334" h="4773">
                <a:moveTo>
                  <a:pt x="0" y="4754"/>
                </a:moveTo>
                <a:lnTo>
                  <a:pt x="1297" y="4754"/>
                </a:lnTo>
                <a:lnTo>
                  <a:pt x="1297" y="3267"/>
                </a:lnTo>
                <a:lnTo>
                  <a:pt x="2032" y="2990"/>
                </a:lnTo>
                <a:lnTo>
                  <a:pt x="2028" y="4767"/>
                </a:lnTo>
                <a:lnTo>
                  <a:pt x="1736" y="4769"/>
                </a:lnTo>
                <a:lnTo>
                  <a:pt x="1736" y="1950"/>
                </a:lnTo>
                <a:lnTo>
                  <a:pt x="3109" y="2275"/>
                </a:lnTo>
                <a:lnTo>
                  <a:pt x="3109" y="4773"/>
                </a:lnTo>
                <a:lnTo>
                  <a:pt x="2594" y="4773"/>
                </a:lnTo>
                <a:lnTo>
                  <a:pt x="2604" y="0"/>
                </a:lnTo>
                <a:lnTo>
                  <a:pt x="3656" y="7"/>
                </a:lnTo>
                <a:lnTo>
                  <a:pt x="3653" y="3834"/>
                </a:lnTo>
                <a:lnTo>
                  <a:pt x="3404" y="3837"/>
                </a:lnTo>
                <a:lnTo>
                  <a:pt x="3404" y="2979"/>
                </a:lnTo>
                <a:lnTo>
                  <a:pt x="4594" y="2978"/>
                </a:lnTo>
                <a:lnTo>
                  <a:pt x="4593" y="4339"/>
                </a:lnTo>
                <a:lnTo>
                  <a:pt x="5122" y="4338"/>
                </a:lnTo>
                <a:lnTo>
                  <a:pt x="5120" y="4771"/>
                </a:lnTo>
                <a:lnTo>
                  <a:pt x="7334" y="47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9528175" y="2393950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3" name="椭圆 2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7488000" y="59148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511200"/>
            <a:ext cx="2174400" cy="1404000"/>
          </a:xfrm>
        </p:spPr>
        <p:txBody>
          <a:bodyPr wrap="square" lIns="90000" tIns="46800" rIns="90000" bIns="46800" anchor="ctr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"/>
          <p:cNvSpPr/>
          <p:nvPr userDrawn="1">
            <p:custDataLst>
              <p:tags r:id="rId2"/>
            </p:custDataLst>
          </p:nvPr>
        </p:nvSpPr>
        <p:spPr>
          <a:xfrm>
            <a:off x="0" y="2429510"/>
            <a:ext cx="12192000" cy="3218815"/>
          </a:xfrm>
          <a:custGeom>
            <a:avLst/>
            <a:gdLst>
              <a:gd name="connsiteX0" fmla="*/ 0 w 19205"/>
              <a:gd name="connsiteY0" fmla="*/ 5042 h 5069"/>
              <a:gd name="connsiteX1" fmla="*/ 2204 w 19205"/>
              <a:gd name="connsiteY1" fmla="*/ 5044 h 5069"/>
              <a:gd name="connsiteX2" fmla="*/ 2204 w 19205"/>
              <a:gd name="connsiteY2" fmla="*/ 4474 h 5069"/>
              <a:gd name="connsiteX3" fmla="*/ 3010 w 19205"/>
              <a:gd name="connsiteY3" fmla="*/ 4470 h 5069"/>
              <a:gd name="connsiteX4" fmla="*/ 3014 w 19205"/>
              <a:gd name="connsiteY4" fmla="*/ 3374 h 5069"/>
              <a:gd name="connsiteX5" fmla="*/ 4234 w 19205"/>
              <a:gd name="connsiteY5" fmla="*/ 3374 h 5069"/>
              <a:gd name="connsiteX6" fmla="*/ 4234 w 19205"/>
              <a:gd name="connsiteY6" fmla="*/ 4294 h 5069"/>
              <a:gd name="connsiteX7" fmla="*/ 3914 w 19205"/>
              <a:gd name="connsiteY7" fmla="*/ 4294 h 5069"/>
              <a:gd name="connsiteX8" fmla="*/ 3914 w 19205"/>
              <a:gd name="connsiteY8" fmla="*/ 2524 h 5069"/>
              <a:gd name="connsiteX9" fmla="*/ 4274 w 19205"/>
              <a:gd name="connsiteY9" fmla="*/ 2524 h 5069"/>
              <a:gd name="connsiteX10" fmla="*/ 4278 w 19205"/>
              <a:gd name="connsiteY10" fmla="*/ 0 h 5069"/>
              <a:gd name="connsiteX11" fmla="*/ 5058 w 19205"/>
              <a:gd name="connsiteY11" fmla="*/ 480 h 5069"/>
              <a:gd name="connsiteX12" fmla="*/ 5044 w 19205"/>
              <a:gd name="connsiteY12" fmla="*/ 4864 h 5069"/>
              <a:gd name="connsiteX13" fmla="*/ 4701 w 19205"/>
              <a:gd name="connsiteY13" fmla="*/ 4863 h 5069"/>
              <a:gd name="connsiteX14" fmla="*/ 4701 w 19205"/>
              <a:gd name="connsiteY14" fmla="*/ 1968 h 5069"/>
              <a:gd name="connsiteX15" fmla="*/ 5663 w 19205"/>
              <a:gd name="connsiteY15" fmla="*/ 1965 h 5069"/>
              <a:gd name="connsiteX16" fmla="*/ 5662 w 19205"/>
              <a:gd name="connsiteY16" fmla="*/ 4024 h 5069"/>
              <a:gd name="connsiteX17" fmla="*/ 6454 w 19205"/>
              <a:gd name="connsiteY17" fmla="*/ 4024 h 5069"/>
              <a:gd name="connsiteX18" fmla="*/ 6457 w 19205"/>
              <a:gd name="connsiteY18" fmla="*/ 5069 h 5069"/>
              <a:gd name="connsiteX19" fmla="*/ 19205 w 19205"/>
              <a:gd name="connsiteY19" fmla="*/ 5069 h 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5" h="5069">
                <a:moveTo>
                  <a:pt x="0" y="5042"/>
                </a:moveTo>
                <a:lnTo>
                  <a:pt x="2204" y="5044"/>
                </a:lnTo>
                <a:lnTo>
                  <a:pt x="2204" y="4474"/>
                </a:lnTo>
                <a:lnTo>
                  <a:pt x="3010" y="4470"/>
                </a:lnTo>
                <a:lnTo>
                  <a:pt x="3014" y="3374"/>
                </a:lnTo>
                <a:lnTo>
                  <a:pt x="4234" y="3374"/>
                </a:lnTo>
                <a:lnTo>
                  <a:pt x="4234" y="4294"/>
                </a:lnTo>
                <a:lnTo>
                  <a:pt x="3914" y="4294"/>
                </a:lnTo>
                <a:lnTo>
                  <a:pt x="3914" y="2524"/>
                </a:lnTo>
                <a:lnTo>
                  <a:pt x="4274" y="2524"/>
                </a:lnTo>
                <a:lnTo>
                  <a:pt x="4278" y="0"/>
                </a:lnTo>
                <a:lnTo>
                  <a:pt x="5058" y="480"/>
                </a:lnTo>
                <a:lnTo>
                  <a:pt x="5044" y="4864"/>
                </a:lnTo>
                <a:lnTo>
                  <a:pt x="4701" y="4863"/>
                </a:lnTo>
                <a:lnTo>
                  <a:pt x="4701" y="1968"/>
                </a:lnTo>
                <a:lnTo>
                  <a:pt x="5663" y="1965"/>
                </a:lnTo>
                <a:lnTo>
                  <a:pt x="5662" y="4024"/>
                </a:lnTo>
                <a:lnTo>
                  <a:pt x="6454" y="4024"/>
                </a:lnTo>
                <a:lnTo>
                  <a:pt x="6457" y="5069"/>
                </a:lnTo>
                <a:lnTo>
                  <a:pt x="19205" y="50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20XX YEAR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7"/>
            </p:custDataLst>
          </p:nvPr>
        </p:nvSpPr>
        <p:spPr>
          <a:xfrm>
            <a:off x="4823354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
添加文档标题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8"/>
            </p:custDataLst>
          </p:nvPr>
        </p:nvSpPr>
        <p:spPr>
          <a:xfrm>
            <a:off x="8635118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BY WPS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7" name="日期占位符 4"/>
          <p:cNvSpPr>
            <a:spLocks noGrp="1"/>
          </p:cNvSpPr>
          <p:nvPr userDrawn="1"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 userDrawn="1">
            <p:ph type="title" idx="16388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6389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cxnSp>
      <p:sp>
        <p:nvSpPr>
          <p:cNvPr id="7" name="日期占位符 4"/>
          <p:cNvSpPr>
            <a:spLocks noGrp="1"/>
          </p:cNvSpPr>
          <p:nvPr userDrawn="1"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 userDrawn="1">
            <p:ph type="title" idx="16388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单击此处添加章节标题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6389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cxn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副标题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THE END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谢谢观看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548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87" hasCustomPrompt="1"/>
            <p:custDataLst>
              <p:tags r:id="rId3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5054600" y="1143000"/>
            <a:ext cx="6121400" cy="4572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1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701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2" hasCustomPrompt="1"/>
            <p:custDataLst>
              <p:tags r:id="rId4"/>
            </p:custDataLst>
          </p:nvPr>
        </p:nvSpPr>
        <p:spPr>
          <a:xfrm>
            <a:off x="822960" y="1915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778000" y="16002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778000" y="21082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822960" y="36423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1778000" y="33274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1778000" y="38354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156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822960" y="5369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1778000" y="50546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1778000" y="55626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imeng-2025-09-26-9535-画面呈现出科技感商务风格，背景为浅蓝色渐变。主体文字 “年中成果可视化数据复盘”...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5" name="任意多边形 24"/>
          <p:cNvSpPr/>
          <p:nvPr userDrawn="1">
            <p:custDataLst>
              <p:tags r:id="rId4"/>
            </p:custDataLst>
          </p:nvPr>
        </p:nvSpPr>
        <p:spPr>
          <a:xfrm>
            <a:off x="2540" y="0"/>
            <a:ext cx="815086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836" h="10800">
                <a:moveTo>
                  <a:pt x="0" y="0"/>
                </a:moveTo>
                <a:lnTo>
                  <a:pt x="12836" y="0"/>
                </a:lnTo>
                <a:lnTo>
                  <a:pt x="12836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>
                  <a:alpha val="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 userDrawn="1">
            <p:custDataLst>
              <p:tags r:id="rId5"/>
            </p:custDataLst>
          </p:nvPr>
        </p:nvSpPr>
        <p:spPr>
          <a:xfrm>
            <a:off x="570230" y="975360"/>
            <a:ext cx="11621770" cy="4958080"/>
          </a:xfrm>
          <a:prstGeom prst="roundRect">
            <a:avLst>
              <a:gd name="adj" fmla="val 9375"/>
            </a:avLst>
          </a:prstGeom>
          <a:gradFill flip="none" rotWithShape="1">
            <a:gsLst>
              <a:gs pos="72000">
                <a:srgbClr val="FFFFFF">
                  <a:alpha val="0"/>
                </a:srgbClr>
              </a:gs>
              <a:gs pos="0">
                <a:srgbClr val="FFFFFF"/>
              </a:gs>
            </a:gsLst>
            <a:lin ang="0" scaled="1"/>
            <a:tileRect/>
          </a:gradFill>
          <a:ln>
            <a:noFill/>
          </a:ln>
          <a:effectLst>
            <a:outerShdw blurRad="342900" dist="38100" dir="10800000" algn="r" rotWithShape="0">
              <a:srgbClr val="2195F7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2800" b="1">
              <a:latin typeface="+mj-ea"/>
              <a:ea typeface="+mj-ea"/>
            </a:endParaRPr>
          </a:p>
        </p:txBody>
      </p:sp>
      <p:sp>
        <p:nvSpPr>
          <p:cNvPr id="9" name="椭圆 8"/>
          <p:cNvSpPr/>
          <p:nvPr userDrawn="1">
            <p:custDataLst>
              <p:tags r:id="rId6"/>
            </p:custDataLst>
          </p:nvPr>
        </p:nvSpPr>
        <p:spPr>
          <a:xfrm>
            <a:off x="1173480" y="1362075"/>
            <a:ext cx="107950" cy="107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>
            <p:custDataLst>
              <p:tags r:id="rId7"/>
            </p:custDataLst>
          </p:nvPr>
        </p:nvSpPr>
        <p:spPr>
          <a:xfrm>
            <a:off x="1579880" y="1362075"/>
            <a:ext cx="107950" cy="1079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8"/>
            </p:custDataLst>
          </p:nvPr>
        </p:nvSpPr>
        <p:spPr>
          <a:xfrm>
            <a:off x="1783080" y="1362075"/>
            <a:ext cx="107950" cy="1079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1376680" y="1362075"/>
            <a:ext cx="107950" cy="1079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形 29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700000">
            <a:off x="1360596" y="4813301"/>
            <a:ext cx="162734" cy="16273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13"/>
            </p:custDataLst>
          </p:nvPr>
        </p:nvSpPr>
        <p:spPr>
          <a:xfrm>
            <a:off x="1054102" y="1805102"/>
            <a:ext cx="6093417" cy="229485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2" name="任意多边形 31"/>
          <p:cNvSpPr/>
          <p:nvPr userDrawn="1">
            <p:custDataLst>
              <p:tags r:id="rId14"/>
            </p:custDataLst>
          </p:nvPr>
        </p:nvSpPr>
        <p:spPr>
          <a:xfrm>
            <a:off x="2540" y="5730790"/>
            <a:ext cx="347345" cy="76598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47" h="1206">
                <a:moveTo>
                  <a:pt x="0" y="0"/>
                </a:moveTo>
                <a:lnTo>
                  <a:pt x="3" y="0"/>
                </a:lnTo>
                <a:cubicBezTo>
                  <a:pt x="309" y="31"/>
                  <a:pt x="547" y="289"/>
                  <a:pt x="547" y="603"/>
                </a:cubicBezTo>
                <a:cubicBezTo>
                  <a:pt x="547" y="917"/>
                  <a:pt x="309" y="1175"/>
                  <a:pt x="3" y="1206"/>
                </a:cubicBezTo>
                <a:lnTo>
                  <a:pt x="0" y="12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10"/>
          <p:cNvSpPr/>
          <p:nvPr userDrawn="1">
            <p:custDataLst>
              <p:tags r:id="rId15"/>
            </p:custDataLst>
          </p:nvPr>
        </p:nvSpPr>
        <p:spPr>
          <a:xfrm flipH="1" flipV="1">
            <a:off x="0" y="0"/>
            <a:ext cx="1173480" cy="918647"/>
          </a:xfrm>
          <a:custGeom>
            <a:avLst/>
            <a:gdLst>
              <a:gd name="connsiteX0" fmla="*/ 1762548 w 1762548"/>
              <a:gd name="connsiteY0" fmla="*/ 0 h 1540757"/>
              <a:gd name="connsiteX1" fmla="*/ 1762548 w 1762548"/>
              <a:gd name="connsiteY1" fmla="*/ 1540757 h 1540757"/>
              <a:gd name="connsiteX2" fmla="*/ 0 w 1762548"/>
              <a:gd name="connsiteY2" fmla="*/ 1540757 h 1540757"/>
              <a:gd name="connsiteX3" fmla="*/ 18169 w 1762548"/>
              <a:gd name="connsiteY3" fmla="*/ 1421710 h 1540757"/>
              <a:gd name="connsiteX4" fmla="*/ 1762548 w 1762548"/>
              <a:gd name="connsiteY4" fmla="*/ 0 h 1540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8" h="1447">
                <a:moveTo>
                  <a:pt x="1848" y="0"/>
                </a:moveTo>
                <a:lnTo>
                  <a:pt x="1848" y="1447"/>
                </a:lnTo>
                <a:lnTo>
                  <a:pt x="0" y="1447"/>
                </a:lnTo>
                <a:lnTo>
                  <a:pt x="19" y="1335"/>
                </a:lnTo>
                <a:cubicBezTo>
                  <a:pt x="194" y="585"/>
                  <a:pt x="938" y="18"/>
                  <a:pt x="1837" y="0"/>
                </a:cubicBezTo>
                <a:lnTo>
                  <a:pt x="1848" y="0"/>
                </a:lnTo>
                <a:close/>
              </a:path>
            </a:pathLst>
          </a:custGeom>
          <a:gradFill flip="none" rotWithShape="1">
            <a:gsLst>
              <a:gs pos="83000">
                <a:srgbClr val="FFFFFF">
                  <a:alpha val="50000"/>
                </a:srgbClr>
              </a:gs>
              <a:gs pos="39000">
                <a:srgbClr val="FFFFFF">
                  <a:alpha val="0"/>
                </a:srgbClr>
              </a:gs>
            </a:gsLst>
            <a:lin ang="135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6" name="图片 35" descr="章节页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735" y="339725"/>
            <a:ext cx="372745" cy="3727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23" h="1023">
                <a:moveTo>
                  <a:pt x="512" y="0"/>
                </a:moveTo>
                <a:cubicBezTo>
                  <a:pt x="794" y="0"/>
                  <a:pt x="1023" y="229"/>
                  <a:pt x="1023" y="512"/>
                </a:cubicBezTo>
                <a:cubicBezTo>
                  <a:pt x="1023" y="794"/>
                  <a:pt x="794" y="1023"/>
                  <a:pt x="512" y="1023"/>
                </a:cubicBezTo>
                <a:cubicBezTo>
                  <a:pt x="229" y="1023"/>
                  <a:pt x="0" y="794"/>
                  <a:pt x="0" y="512"/>
                </a:cubicBezTo>
                <a:cubicBezTo>
                  <a:pt x="0" y="229"/>
                  <a:pt x="229" y="0"/>
                  <a:pt x="512" y="0"/>
                </a:cubicBez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CONTENTS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目录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装饰  8"/>
          <p:cNvSpPr>
            <a:spLocks noGrp="1"/>
          </p:cNvSpPr>
          <p:nvPr>
            <p:ph type="body" idx="16399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400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401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05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装饰  0"/>
          <p:cNvSpPr>
            <a:spLocks noGrp="1"/>
          </p:cNvSpPr>
          <p:nvPr>
            <p:ph type="body" idx="16403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8" hasCustomPrompt="1"/>
            <p:custDataLst>
              <p:tags r:id="rId19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06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装饰  3"/>
          <p:cNvSpPr>
            <a:spLocks noGrp="1"/>
          </p:cNvSpPr>
          <p:nvPr>
            <p:ph type="body" idx="16404" hasCustomPrompt="1"/>
            <p:custDataLst>
              <p:tags r:id="rId20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21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1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701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2" hasCustomPrompt="1"/>
            <p:custDataLst>
              <p:tags r:id="rId4"/>
            </p:custDataLst>
          </p:nvPr>
        </p:nvSpPr>
        <p:spPr>
          <a:xfrm>
            <a:off x="822960" y="1915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778000" y="16002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778000" y="21082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822960" y="36423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1778000" y="33274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1778000" y="38354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156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822960" y="5369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1778000" y="50546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1778000" y="55626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3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8" hasCustomPrompt="1"/>
            <p:custDataLst>
              <p:tags r:id="rId3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9" hasCustomPrompt="1"/>
            <p:custDataLst>
              <p:tags r:id="rId7"/>
            </p:custDataLst>
          </p:nvPr>
        </p:nvSpPr>
        <p:spPr>
          <a:xfrm>
            <a:off x="6324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496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289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289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401" hasCustomPrompt="1"/>
            <p:custDataLst>
              <p:tags r:id="rId15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289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3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6" hasCustomPrompt="1"/>
            <p:custDataLst>
              <p:tags r:id="rId4"/>
            </p:custDataLst>
          </p:nvPr>
        </p:nvSpPr>
        <p:spPr>
          <a:xfrm>
            <a:off x="9144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idx="16394" hasCustomPrompt="1"/>
            <p:custDataLst>
              <p:tags r:id="rId5"/>
            </p:custDataLst>
          </p:nvPr>
        </p:nvSpPr>
        <p:spPr>
          <a:xfrm>
            <a:off x="11277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20828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20828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9" hasCustomPrompt="1"/>
            <p:custDataLst>
              <p:tags r:id="rId9"/>
            </p:custDataLst>
          </p:nvPr>
        </p:nvSpPr>
        <p:spPr>
          <a:xfrm>
            <a:off x="65532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idx="16397" hasCustomPrompt="1"/>
            <p:custDataLst>
              <p:tags r:id="rId10"/>
            </p:custDataLst>
          </p:nvPr>
        </p:nvSpPr>
        <p:spPr>
          <a:xfrm>
            <a:off x="67665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7216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7216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401" hasCustomPrompt="1"/>
            <p:custDataLst>
              <p:tags r:id="rId13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9144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图片占位符 18"/>
          <p:cNvSpPr>
            <a:spLocks noGrp="1"/>
          </p:cNvSpPr>
          <p:nvPr>
            <p:ph type="pic" idx="16400" hasCustomPrompt="1"/>
            <p:custDataLst>
              <p:tags r:id="rId15"/>
            </p:custDataLst>
          </p:nvPr>
        </p:nvSpPr>
        <p:spPr>
          <a:xfrm>
            <a:off x="11277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0828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0828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404" hasCustomPrompt="1"/>
            <p:custDataLst>
              <p:tags r:id="rId18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405" hasCustomPrompt="1"/>
            <p:custDataLst>
              <p:tags r:id="rId19"/>
            </p:custDataLst>
          </p:nvPr>
        </p:nvSpPr>
        <p:spPr>
          <a:xfrm>
            <a:off x="65532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图片占位符 23"/>
          <p:cNvSpPr>
            <a:spLocks noGrp="1"/>
          </p:cNvSpPr>
          <p:nvPr>
            <p:ph type="pic" idx="16403" hasCustomPrompt="1"/>
            <p:custDataLst>
              <p:tags r:id="rId20"/>
            </p:custDataLst>
          </p:nvPr>
        </p:nvSpPr>
        <p:spPr>
          <a:xfrm>
            <a:off x="67665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21"/>
            </p:custDataLst>
          </p:nvPr>
        </p:nvSpPr>
        <p:spPr>
          <a:xfrm>
            <a:off x="77216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2"/>
            </p:custDataLst>
          </p:nvPr>
        </p:nvSpPr>
        <p:spPr>
          <a:xfrm>
            <a:off x="77216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879600"/>
          </a:xfrm>
          <a:custGeom>
            <a:avLst/>
            <a:gdLst>
              <a:gd name="connisteX0" fmla="*/ 0 w 10972800"/>
              <a:gd name="connsiteY0" fmla="*/ 203200 h 1879600"/>
              <a:gd name="connisteX1" fmla="*/ 203200 w 10972800"/>
              <a:gd name="connsiteY1" fmla="*/ 0 h 1879600"/>
              <a:gd name="connisteX2" fmla="*/ 10769600 w 10972800"/>
              <a:gd name="connsiteY2" fmla="*/ 0 h 1879600"/>
              <a:gd name="connisteX3" fmla="*/ 10972800 w 10972800"/>
              <a:gd name="connsiteY3" fmla="*/ 203200 h 1879600"/>
              <a:gd name="connisteX4" fmla="*/ 10972800 w 10972800"/>
              <a:gd name="connsiteY4" fmla="*/ 1676400 h 1879600"/>
              <a:gd name="connisteX5" fmla="*/ 10769600 w 10972800"/>
              <a:gd name="connsiteY5" fmla="*/ 1879600 h 1879600"/>
              <a:gd name="connisteX6" fmla="*/ 203200 w 10972800"/>
              <a:gd name="connsiteY6" fmla="*/ 1879600 h 1879600"/>
              <a:gd name="connisteX7" fmla="*/ 0 w 10972800"/>
              <a:gd name="connsiteY7" fmla="*/ 1676400 h 1879600"/>
              <a:gd name="connisteX8" fmla="*/ 0 w 10972800"/>
              <a:gd name="connsiteY8" fmla="*/ 203200 h 187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87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676400"/>
                </a:lnTo>
                <a:cubicBezTo>
                  <a:pt x="10972800" y="1788624"/>
                  <a:pt x="10881824" y="1879600"/>
                  <a:pt x="10769600" y="1879600"/>
                </a:cubicBezTo>
                <a:lnTo>
                  <a:pt x="203200" y="1879600"/>
                </a:lnTo>
                <a:cubicBezTo>
                  <a:pt x="90976" y="1879600"/>
                  <a:pt x="0" y="1788624"/>
                  <a:pt x="0" y="167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9144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6736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4328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3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4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3876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23876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8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0264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0264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2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3876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3876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5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6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80264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80264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1097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1097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2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3352800" y="17399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3352800" y="2298700"/>
            <a:ext cx="2590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idx="16395" hasCustomPrompt="1"/>
            <p:custDataLst>
              <p:tags r:id="rId6"/>
            </p:custDataLst>
          </p:nvPr>
        </p:nvSpPr>
        <p:spPr>
          <a:xfrm>
            <a:off x="62484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991600" y="17399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8991600" y="2298700"/>
            <a:ext cx="2590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idx="16396" hasCustomPrompt="1"/>
            <p:custDataLst>
              <p:tags r:id="rId9"/>
            </p:custDataLst>
          </p:nvPr>
        </p:nvSpPr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3352800" y="4254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3352800" y="4813300"/>
            <a:ext cx="2590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内容占位符 15"/>
          <p:cNvSpPr>
            <a:spLocks noGrp="1"/>
          </p:cNvSpPr>
          <p:nvPr>
            <p:ph idx="16397" hasCustomPrompt="1"/>
            <p:custDataLst>
              <p:tags r:id="rId12"/>
            </p:custDataLst>
          </p:nvPr>
        </p:nvSpPr>
        <p:spPr>
          <a:xfrm>
            <a:off x="62484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8991600" y="4254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8991600" y="4813300"/>
            <a:ext cx="2590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0038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609600"/>
            <a:ext cx="10972800" cy="3860800"/>
          </a:xfrm>
          <a:custGeom>
            <a:avLst/>
            <a:gdLst>
              <a:gd name="connisteX0" fmla="*/ 0 w 10972800"/>
              <a:gd name="connsiteY0" fmla="*/ 203200 h 3860800"/>
              <a:gd name="connisteX1" fmla="*/ 203200 w 10972800"/>
              <a:gd name="connsiteY1" fmla="*/ 0 h 3860800"/>
              <a:gd name="connisteX2" fmla="*/ 10769600 w 10972800"/>
              <a:gd name="connsiteY2" fmla="*/ 0 h 3860800"/>
              <a:gd name="connisteX3" fmla="*/ 10972800 w 10972800"/>
              <a:gd name="connsiteY3" fmla="*/ 203200 h 3860800"/>
              <a:gd name="connisteX4" fmla="*/ 10972800 w 10972800"/>
              <a:gd name="connsiteY4" fmla="*/ 3657600 h 3860800"/>
              <a:gd name="connisteX5" fmla="*/ 10769600 w 10972800"/>
              <a:gd name="connsiteY5" fmla="*/ 3860800 h 3860800"/>
              <a:gd name="connisteX6" fmla="*/ 203200 w 10972800"/>
              <a:gd name="connsiteY6" fmla="*/ 3860800 h 3860800"/>
              <a:gd name="connisteX7" fmla="*/ 0 w 10972800"/>
              <a:gd name="connsiteY7" fmla="*/ 3657600 h 3860800"/>
              <a:gd name="connisteX8" fmla="*/ 0 w 10972800"/>
              <a:gd name="connsiteY8" fmla="*/ 203200 h 3860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860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657600"/>
                </a:lnTo>
                <a:cubicBezTo>
                  <a:pt x="10972800" y="3769824"/>
                  <a:pt x="10881824" y="3860800"/>
                  <a:pt x="10769600" y="3860800"/>
                </a:cubicBezTo>
                <a:lnTo>
                  <a:pt x="203200" y="3860800"/>
                </a:lnTo>
                <a:cubicBezTo>
                  <a:pt x="90976" y="3860800"/>
                  <a:pt x="0" y="3769824"/>
                  <a:pt x="0" y="3657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4648200" y="5080000"/>
            <a:ext cx="693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4648200" y="5638800"/>
            <a:ext cx="6934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40132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0320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4008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20320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3251200"/>
            <a:ext cx="5334000" cy="2997200"/>
          </a:xfrm>
          <a:custGeom>
            <a:avLst/>
            <a:gdLst>
              <a:gd name="connisteX0" fmla="*/ 0 w 5334000"/>
              <a:gd name="connsiteY0" fmla="*/ 0 h 2997200"/>
              <a:gd name="connisteX1" fmla="*/ 5334000 w 5334000"/>
              <a:gd name="connsiteY1" fmla="*/ 0 h 2997200"/>
              <a:gd name="connisteX2" fmla="*/ 5334000 w 5334000"/>
              <a:gd name="connsiteY2" fmla="*/ 2794000 h 2997200"/>
              <a:gd name="connisteX3" fmla="*/ 5130800 w 5334000"/>
              <a:gd name="connsiteY3" fmla="*/ 2997200 h 2997200"/>
              <a:gd name="connisteX4" fmla="*/ 203200 w 5334000"/>
              <a:gd name="connsiteY4" fmla="*/ 2997200 h 2997200"/>
              <a:gd name="connisteX5" fmla="*/ 0 w 5334000"/>
              <a:gd name="connsiteY5" fmla="*/ 2794000 h 2997200"/>
              <a:gd name="connisteX6" fmla="*/ 0 w 53340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97200">
                <a:moveTo>
                  <a:pt x="0" y="0"/>
                </a:moveTo>
                <a:lnTo>
                  <a:pt x="5334000" y="0"/>
                </a:lnTo>
                <a:lnTo>
                  <a:pt x="5334000" y="2794000"/>
                </a:lnTo>
                <a:cubicBezTo>
                  <a:pt x="5334000" y="2906224"/>
                  <a:pt x="5243024" y="2997200"/>
                  <a:pt x="51308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1727200"/>
          </a:xfrm>
          <a:custGeom>
            <a:avLst/>
            <a:gdLst>
              <a:gd name="connisteX0" fmla="*/ 0 w 5334000"/>
              <a:gd name="connsiteY0" fmla="*/ 203200 h 1727200"/>
              <a:gd name="connisteX1" fmla="*/ 203200 w 5334000"/>
              <a:gd name="connsiteY1" fmla="*/ 0 h 1727200"/>
              <a:gd name="connisteX2" fmla="*/ 5130800 w 5334000"/>
              <a:gd name="connsiteY2" fmla="*/ 0 h 1727200"/>
              <a:gd name="connisteX3" fmla="*/ 5334000 w 5334000"/>
              <a:gd name="connsiteY3" fmla="*/ 203200 h 1727200"/>
              <a:gd name="connisteX4" fmla="*/ 5334000 w 5334000"/>
              <a:gd name="connsiteY4" fmla="*/ 1727200 h 1727200"/>
              <a:gd name="connisteX5" fmla="*/ 0 w 5334000"/>
              <a:gd name="connsiteY5" fmla="*/ 1727200 h 1727200"/>
              <a:gd name="connisteX6" fmla="*/ 0 w 53340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55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1148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3251200"/>
            <a:ext cx="5334000" cy="2997200"/>
          </a:xfrm>
          <a:custGeom>
            <a:avLst/>
            <a:gdLst>
              <a:gd name="connisteX0" fmla="*/ 0 w 5334000"/>
              <a:gd name="connsiteY0" fmla="*/ 0 h 2997200"/>
              <a:gd name="connisteX1" fmla="*/ 5334000 w 5334000"/>
              <a:gd name="connsiteY1" fmla="*/ 0 h 2997200"/>
              <a:gd name="connisteX2" fmla="*/ 5334000 w 5334000"/>
              <a:gd name="connsiteY2" fmla="*/ 2794000 h 2997200"/>
              <a:gd name="connisteX3" fmla="*/ 5130800 w 5334000"/>
              <a:gd name="connsiteY3" fmla="*/ 2997200 h 2997200"/>
              <a:gd name="connisteX4" fmla="*/ 203200 w 5334000"/>
              <a:gd name="connsiteY4" fmla="*/ 2997200 h 2997200"/>
              <a:gd name="connisteX5" fmla="*/ 0 w 5334000"/>
              <a:gd name="connsiteY5" fmla="*/ 2794000 h 2997200"/>
              <a:gd name="connisteX6" fmla="*/ 0 w 53340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97200">
                <a:moveTo>
                  <a:pt x="0" y="0"/>
                </a:moveTo>
                <a:lnTo>
                  <a:pt x="5334000" y="0"/>
                </a:lnTo>
                <a:lnTo>
                  <a:pt x="5334000" y="2794000"/>
                </a:lnTo>
                <a:cubicBezTo>
                  <a:pt x="5334000" y="2906224"/>
                  <a:pt x="5243024" y="2997200"/>
                  <a:pt x="51308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248400" y="1524000"/>
            <a:ext cx="5334000" cy="1727200"/>
          </a:xfrm>
          <a:custGeom>
            <a:avLst/>
            <a:gdLst>
              <a:gd name="connisteX0" fmla="*/ 0 w 5334000"/>
              <a:gd name="connsiteY0" fmla="*/ 203200 h 1727200"/>
              <a:gd name="connisteX1" fmla="*/ 203200 w 5334000"/>
              <a:gd name="connsiteY1" fmla="*/ 0 h 1727200"/>
              <a:gd name="connisteX2" fmla="*/ 5130800 w 5334000"/>
              <a:gd name="connsiteY2" fmla="*/ 0 h 1727200"/>
              <a:gd name="connisteX3" fmla="*/ 5334000 w 5334000"/>
              <a:gd name="connsiteY3" fmla="*/ 203200 h 1727200"/>
              <a:gd name="connisteX4" fmla="*/ 5334000 w 5334000"/>
              <a:gd name="connsiteY4" fmla="*/ 1727200 h 1727200"/>
              <a:gd name="connisteX5" fmla="*/ 0 w 5334000"/>
              <a:gd name="connsiteY5" fmla="*/ 1727200 h 1727200"/>
              <a:gd name="connisteX6" fmla="*/ 0 w 53340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355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1148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7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3688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3688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1280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1280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3"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2"/>
            </p:custDataLst>
          </p:nvPr>
        </p:nvSpPr>
        <p:spPr>
          <a:xfrm>
            <a:off x="7924800" y="0"/>
            <a:ext cx="42672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3"/>
            </p:custDataLst>
          </p:nvPr>
        </p:nvSpPr>
        <p:spPr>
          <a:xfrm>
            <a:off x="609600" y="482505"/>
            <a:ext cx="85344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4"/>
            </p:custDataLst>
          </p:nvPr>
        </p:nvSpPr>
        <p:spPr>
          <a:xfrm>
            <a:off x="609600" y="1523711"/>
            <a:ext cx="8534400" cy="4724695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单击此处添加文本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3"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2"/>
            </p:custDataLst>
          </p:nvPr>
        </p:nvSpPr>
        <p:spPr>
          <a:xfrm>
            <a:off x="7924800" y="0"/>
            <a:ext cx="42672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3"/>
            </p:custDataLst>
          </p:nvPr>
        </p:nvSpPr>
        <p:spPr>
          <a:xfrm>
            <a:off x="609600" y="482505"/>
            <a:ext cx="85344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4"/>
            </p:custDataLst>
          </p:nvPr>
        </p:nvSpPr>
        <p:spPr>
          <a:xfrm>
            <a:off x="609600" y="1523711"/>
            <a:ext cx="8534400" cy="4724695"/>
          </a:xfrm>
        </p:spPr>
        <p:txBody>
          <a:bodyPr wrap="square" lIns="0" tIns="0" rIns="0" bIns="0" anchor="t">
            <a:noAutofit/>
          </a:bodyPr>
          <a:lstStyle>
            <a:lvl5pPr marL="1108075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4"/>
            <a:r>
              <a:rPr lang="zh-CN" altLang="en-US" smtClean="0"/>
              <a:t>单击此处添加文本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上左标下左内后右背景-有背景-有间隙-3"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0"/>
            <p:custDataLst>
              <p:tags r:id="rId2"/>
            </p:custDataLst>
          </p:nvPr>
        </p:nvSpPr>
        <p:spPr>
          <a:xfrm>
            <a:off x="7924800" y="0"/>
            <a:ext cx="4267200" cy="685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1" hasCustomPrompt="1"/>
            <p:custDataLst>
              <p:tags r:id="rId3"/>
            </p:custDataLst>
          </p:nvPr>
        </p:nvSpPr>
        <p:spPr>
          <a:xfrm>
            <a:off x="609600" y="482505"/>
            <a:ext cx="8534400" cy="7111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10000"/>
              </a:lnSpc>
              <a:defRPr sz="3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2" hasCustomPrompt="1"/>
            <p:custDataLst>
              <p:tags r:id="rId4"/>
            </p:custDataLst>
          </p:nvPr>
        </p:nvSpPr>
        <p:spPr>
          <a:xfrm>
            <a:off x="609600" y="1523711"/>
            <a:ext cx="8534400" cy="4724695"/>
          </a:xfrm>
        </p:spPr>
        <p:txBody>
          <a:bodyPr wrap="square" lIns="0" tIns="0" rIns="0" bIns="0" anchor="t">
            <a:noAutofit/>
          </a:bodyPr>
          <a:lstStyle>
            <a:lvl5pPr marL="1108075" indent="0" algn="l">
              <a:buNone/>
              <a:def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4"/>
            <a:r>
              <a:rPr lang="zh-CN" altLang="en-US" smtClean="0"/>
              <a:t>单击此处添加文本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3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8" hasCustomPrompt="1"/>
            <p:custDataLst>
              <p:tags r:id="rId3"/>
            </p:custDataLst>
          </p:nvPr>
        </p:nvSpPr>
        <p:spPr>
          <a:xfrm>
            <a:off x="609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9" hasCustomPrompt="1"/>
            <p:custDataLst>
              <p:tags r:id="rId7"/>
            </p:custDataLst>
          </p:nvPr>
        </p:nvSpPr>
        <p:spPr>
          <a:xfrm>
            <a:off x="6324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496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289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289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401" hasCustomPrompt="1"/>
            <p:custDataLst>
              <p:tags r:id="rId15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289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6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4089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609600"/>
            <a:ext cx="10972800" cy="2946400"/>
          </a:xfrm>
          <a:custGeom>
            <a:avLst/>
            <a:gdLst>
              <a:gd name="connisteX0" fmla="*/ 0 w 10972800"/>
              <a:gd name="connsiteY0" fmla="*/ 203200 h 2946400"/>
              <a:gd name="connisteX1" fmla="*/ 203200 w 10972800"/>
              <a:gd name="connsiteY1" fmla="*/ 0 h 2946400"/>
              <a:gd name="connisteX2" fmla="*/ 10769600 w 10972800"/>
              <a:gd name="connsiteY2" fmla="*/ 0 h 2946400"/>
              <a:gd name="connisteX3" fmla="*/ 10972800 w 10972800"/>
              <a:gd name="connsiteY3" fmla="*/ 203200 h 2946400"/>
              <a:gd name="connisteX4" fmla="*/ 10972800 w 10972800"/>
              <a:gd name="connsiteY4" fmla="*/ 2743200 h 2946400"/>
              <a:gd name="connisteX5" fmla="*/ 10769600 w 10972800"/>
              <a:gd name="connsiteY5" fmla="*/ 2946400 h 2946400"/>
              <a:gd name="connisteX6" fmla="*/ 203200 w 10972800"/>
              <a:gd name="connsiteY6" fmla="*/ 2946400 h 2946400"/>
              <a:gd name="connisteX7" fmla="*/ 0 w 10972800"/>
              <a:gd name="connsiteY7" fmla="*/ 2743200 h 2946400"/>
              <a:gd name="connisteX8" fmla="*/ 0 w 109728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43200"/>
                </a:lnTo>
                <a:cubicBezTo>
                  <a:pt x="10972800" y="2855424"/>
                  <a:pt x="10881824" y="2946400"/>
                  <a:pt x="107696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4648200" y="41656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4648200" y="4724400"/>
            <a:ext cx="31623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8420100" y="4165600"/>
            <a:ext cx="3162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8420100" y="4724400"/>
            <a:ext cx="31623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ags" Target="../tags/tag31.xml"/><Relationship Id="rId12" Type="http://schemas.openxmlformats.org/officeDocument/2006/relationships/tags" Target="../tags/tag32.xml"/><Relationship Id="rId13" Type="http://schemas.openxmlformats.org/officeDocument/2006/relationships/tags" Target="../tags/tag3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tags" Target="../tags/tag215.xml"/><Relationship Id="rId24" Type="http://schemas.openxmlformats.org/officeDocument/2006/relationships/tags" Target="../tags/tag216.xml"/><Relationship Id="rId25" Type="http://schemas.openxmlformats.org/officeDocument/2006/relationships/tags" Target="../tags/tag217.xml"/><Relationship Id="rId26" Type="http://schemas.openxmlformats.org/officeDocument/2006/relationships/tags" Target="../tags/tag218.xml"/><Relationship Id="rId27" Type="http://schemas.openxmlformats.org/officeDocument/2006/relationships/tags" Target="../tags/tag219.xml"/><Relationship Id="rId28" Type="http://schemas.openxmlformats.org/officeDocument/2006/relationships/tags" Target="../tags/tag220.xml"/><Relationship Id="rId29" Type="http://schemas.openxmlformats.org/officeDocument/2006/relationships/tags" Target="../tags/tag221.xml"/><Relationship Id="rId30" Type="http://schemas.openxmlformats.org/officeDocument/2006/relationships/tags" Target="../tags/tag222.xml"/><Relationship Id="rId3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0.xml"/><Relationship Id="rId29" Type="http://schemas.openxmlformats.org/officeDocument/2006/relationships/tags" Target="../tags/tag530.xml"/><Relationship Id="rId30" Type="http://schemas.openxmlformats.org/officeDocument/2006/relationships/tags" Target="../tags/tag531.xml"/><Relationship Id="rId31" Type="http://schemas.openxmlformats.org/officeDocument/2006/relationships/tags" Target="../tags/tag532.xml"/><Relationship Id="rId32" Type="http://schemas.openxmlformats.org/officeDocument/2006/relationships/tags" Target="../tags/tag533.xml"/><Relationship Id="rId33" Type="http://schemas.openxmlformats.org/officeDocument/2006/relationships/tags" Target="../tags/tag534.xml"/><Relationship Id="rId34" Type="http://schemas.openxmlformats.org/officeDocument/2006/relationships/tags" Target="../tags/tag535.xml"/><Relationship Id="rId35" Type="http://schemas.openxmlformats.org/officeDocument/2006/relationships/tags" Target="../tags/tag536.xml"/><Relationship Id="rId3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9" Type="http://schemas.openxmlformats.org/officeDocument/2006/relationships/tags" Target="../tags/tag584.xml"/><Relationship Id="rId10" Type="http://schemas.openxmlformats.org/officeDocument/2006/relationships/tags" Target="../tags/tag585.xml"/><Relationship Id="rId11" Type="http://schemas.openxmlformats.org/officeDocument/2006/relationships/tags" Target="../tags/tag586.xml"/><Relationship Id="rId12" Type="http://schemas.openxmlformats.org/officeDocument/2006/relationships/tags" Target="../tags/tag587.xml"/><Relationship Id="rId13" Type="http://schemas.openxmlformats.org/officeDocument/2006/relationships/tags" Target="../tags/tag588.xml"/><Relationship Id="rId14" Type="http://schemas.openxmlformats.org/officeDocument/2006/relationships/tags" Target="../tags/tag589.xml"/><Relationship Id="rId15" Type="http://schemas.openxmlformats.org/officeDocument/2006/relationships/tags" Target="../tags/tag590.xml"/><Relationship Id="rId1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23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第二级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2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三级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3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四级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4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五级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29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第二级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2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三级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3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四级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4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五级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3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472C4"/>
                </a:solidFill>
                <a:latin typeface="Microsoft YaHei"/>
              </a:rPr>
              <a:t>金融产品商业模式分析与客户洞察实战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666666"/>
                </a:solidFill>
                <a:latin typeface="Microsoft YaHei"/>
              </a:rPr>
              <a:t>AI赋能下的银行产品经理能力进阶
讲师：于兆鹏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</a:rPr>
              <a:t>目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472C4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Microsoft YaHei"/>
              </a:rPr>
              <a:t>金融产品商业模式分析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Microsoft YaHei"/>
              </a:rPr>
              <a:t>产品创意发现·商业论证·上市策略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2976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472C4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Microsoft YaHei"/>
              </a:rPr>
              <a:t>金融客户洞察与精益需求分析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Microsoft YaHei"/>
              </a:rPr>
              <a:t>客户画像·用户洞察·需求管理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4472C4"/>
                </a:solidFill>
                <a:latin typeface="Microsoft YaHei"/>
              </a:rPr>
              <a:t>金融产品商业模式分析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7200" b="1">
                <a:solidFill>
                  <a:srgbClr val="4472C4"/>
                </a:solidFill>
                <a:latin typeface="Microsoft YaHei"/>
              </a:rPr>
              <a:t>01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72C4"/>
                </a:solidFill>
                <a:latin typeface="Microsoft YaHei"/>
              </a:rPr>
              <a:t>新产品开发过程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结构化定义：从模糊前端到关口的阶段划分
• 管理角色：发起人、项目经理、关口评审委员会
• 从"模糊前端"到"客户之声"的需求洞察路径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861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D7D31"/>
                </a:solidFill>
                <a:latin typeface="Microsoft YaHei"/>
              </a:rPr>
              <a:t>价值主张设计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5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客户需求与产品价值的精准匹配
• 商业模式画布：九要素框架看银行产品商业逻辑
• 从"我们有什么"到"客户要什么"的思维转变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44546A"/>
                </a:solidFill>
                <a:latin typeface="Microsoft YaHei"/>
              </a:rPr>
              <a:t>AI赋能：行业数据智能分析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  <a:latin typeface="Microsoft YaHei"/>
              </a:rPr>
              <a:t>传统痛点
行业分析依赖人工收集数据、逐项梳理
耗时且易遗漏关键信号
报告内容深度不足，缺乏结构化分析框架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  <a:latin typeface="Microsoft YaHei"/>
              </a:rPr>
              <a:t>DeepSeek赋能
自动采集行业趋势数据
识别市场规模与竞争格局
输出结构化商业分析报告
辅助商业模式决策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44546A"/>
                </a:solidFill>
                <a:latin typeface="Microsoft YaHei"/>
              </a:rPr>
              <a:t>案例：某城商行客户行为特征分析体系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  <a:latin typeface="Microsoft YaHei"/>
              </a:rPr>
              <a:t>某城商行构建客户行为特征分析体系，将分散在各系统的客户行为数据统一整合，建立"行为标签→偏好画像→需求预测"三级分析链路。
产品团队精准识别高价值客群行为规律，指导新产品开发与存量产品优化。
关键启示：
• 行为数据可转化为产品决策依据
• 三级链路打通从数据到洞察的闭环
• 城商行也可用轻量化方案实现数据驱动的产品创新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3474720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01 创意发现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Microsoft YaHei"/>
              </a:rPr>
              <a:t>模糊前端与客户之声
• 识别"模糊前端"中的创新信号
• 次级市场研究（行业报告、竞品分析）
• 主要市场研究（客户访谈、焦点小组）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59" y="1188720"/>
            <a:ext cx="347472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59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02 创意筛选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Microsoft YaHei"/>
              </a:rPr>
              <a:t>评审条件与决策
• 战略契合度评估
• 技术可行性验证
• 市场潜力测算
• 提取高价值创意进入开发管线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188720"/>
            <a:ext cx="3474720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03 组合管理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Microsoft YaHei"/>
              </a:rPr>
              <a:t>三要素平衡
• 资源分配优化
• 战略一致性校验
• 组合平衡（激进型/稳健型/防御型）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303520"/>
            <a:ext cx="11338560" cy="109728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472C4"/>
                </a:solidFill>
                <a:latin typeface="Microsoft YaHei"/>
              </a:rPr>
              <a:t>AI赋能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  <a:latin typeface="Microsoft YaHei"/>
              </a:rPr>
              <a:t>DeepSeek驱动的市场细分与目标客户筛选，目标客户命中率提升40%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44546A"/>
                </a:solidFill>
                <a:latin typeface="Microsoft YaHei"/>
              </a:rPr>
              <a:t>案例：中信银行二维码支付 &amp; 浙商银行"趣发现"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  <a:latin typeface="Microsoft YaHei"/>
              </a:rPr>
              <a:t>中信银行二维码支付产品
通过创意筛选流程，从移动支付趋势中精确定位"二维码支付"方向，快速验证上线，抢占先机。
浙商银行"趣发现"
通过组合管理聚焦资源，压缩低优先级项目，集中打造"趣发现"平台，实现资源投入产出比最大化。
启示：创新需要结构化流程而非灵光一现；组合管理是"少做但做对"的关键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72C4"/>
                </a:solidFill>
                <a:latin typeface="Microsoft YaHei"/>
              </a:rPr>
              <a:t>商业论证四要素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用户需求分析：目标用户画像与核心痛点
• 竞争者分析：竞品功能对比与差异化定位
• 销售预测：市场规模预估与份额测算
• 财务分析：投入产出比、盈亏平衡点
论证不是"证明项目可行"，而是"判断是否值得投入"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D7D31"/>
                </a:solidFill>
                <a:latin typeface="Microsoft YaHei"/>
              </a:rPr>
              <a:t>产品质量屋分析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客户需求（WHATS）转化为设计要求（HOWS）
• 建立需求-设计映射矩阵
• 确保"做出来的"正是"客户想要的"
质量屋是连接客户语言与工程语言的桥梁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44546A"/>
                </a:solidFill>
                <a:latin typeface="Microsoft YaHei"/>
              </a:rPr>
              <a:t>AI赋能：营销策略自动化生成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  <a:latin typeface="Microsoft YaHei"/>
              </a:rPr>
              <a:t>传统痛点
营销策略制定周期长
从客户洞察到话术生成链路断裂
策略与执行脱节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  <a:latin typeface="Microsoft YaHei"/>
              </a:rPr>
              <a:t>OpenClaw智能体赋能
从客户洞察自动匹配营销策略
生成个性化话术与触达方案
实现"洞察→策略→话术"全链路协同
策略制定周期从2周缩短至2天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472C4"/>
                </a:solidFill>
                <a:latin typeface="Microsoft YaHei"/>
              </a:rPr>
              <a:t>商业模式分析核心要点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457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新产品开发需要结构化流程（关口管理）而非随意试错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457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从"模糊前端"到"客户之声"是创新发现的系统化路径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457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组合管理确保"做正确的事"而非"做更多的事"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457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商业论证四要素+质量屋确保"做出来的=客户想要的"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457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AI在行业分析、市场细分、策略生成三环节显著提效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4472C4"/>
                </a:solidFill>
                <a:latin typeface="Microsoft YaHei"/>
              </a:rPr>
              <a:t>金融客户洞察与精益产品需求分析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7200" b="1">
                <a:solidFill>
                  <a:srgbClr val="4472C4"/>
                </a:solidFill>
                <a:latin typeface="Microsoft YaHei"/>
              </a:rPr>
              <a:t>02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72C4"/>
                </a:solidFill>
                <a:latin typeface="Microsoft YaHei"/>
              </a:rPr>
              <a:t>全方位采集客户金融数据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银行内部数据源梳理（交易记录、账户信息、理财行为）
• 外部数据引入渠道与合规考量
• 构建统一的客户数据中台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D7D31"/>
                </a:solidFill>
                <a:latin typeface="Microsoft YaHei"/>
              </a:rPr>
              <a:t>客户画像四维度设计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基础属性画像（人口统计/职业/教育）
• 财务状况画像（资产/负债/收入）
• 行为偏好画像（交易频次/渠道偏好）
• 风险偏好画像（投资风格/容忍度）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114800"/>
            <a:ext cx="3566160" cy="21031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472C4"/>
                </a:solidFill>
                <a:latin typeface="Microsoft YaHei"/>
              </a:rPr>
              <a:t>数据整合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内部+外部
交易+行为+社交
合规优先，最小可用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114800"/>
            <a:ext cx="3566160" cy="2103120"/>
          </a:xfrm>
          <a:prstGeom prst="round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D7D31"/>
                </a:solidFill>
                <a:latin typeface="Microsoft YaHei"/>
              </a:rPr>
              <a:t>标签建模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572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规则+算法双引擎
实时更新标签
画像精度持续优化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114800"/>
            <a:ext cx="3566160" cy="2103120"/>
          </a:xfrm>
          <a:prstGeom prst="round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0AD47"/>
                </a:solidFill>
                <a:latin typeface="Microsoft YaHei"/>
              </a:rPr>
              <a:t>画像应用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572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精准营销
风险预警
产品推荐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44546A"/>
                </a:solidFill>
                <a:latin typeface="Microsoft YaHei"/>
              </a:rPr>
              <a:t>AI赋能：客户画像模型搭建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  <a:latin typeface="Microsoft YaHei"/>
              </a:rPr>
              <a:t>传统痛点
画像更新滞后
维度单一
无法支撑实时精准营销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  <a:latin typeface="Microsoft YaHei"/>
              </a:rPr>
              <a:t>DeepSeek赋能
自动整合内外部数据
实时更新画像标签
支持营销转化率预测与策略推荐
画像更新实时化，转化率提升30%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44546A"/>
                </a:solidFill>
                <a:latin typeface="Microsoft YaHei"/>
              </a:rPr>
              <a:t>案例：民生银行 &amp; 某城商行客户画像实践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  <a:latin typeface="Microsoft YaHei"/>
              </a:rPr>
              <a:t>民生银行客户画像实践
构建"数据采集→标签体系→画像应用"三层架构，实现客户生命周期全程洞察。
某城商行客户画像分析三步法
① 数据整合：内外部数据统一入仓
② 标签建模：规则+算法双引擎打标
③ 画像应用：精准营销+风险预警
启示：画像建设必须"以用带建"，先明确应用场景再倒推数据需求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72C4"/>
                </a:solidFill>
                <a:latin typeface="Microsoft YaHei"/>
              </a:rPr>
              <a:t>用户场景与行为旅程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识别用户角色、场景角色、角色任务
• 用户行为旅程图：绘制情感曲线
• 识别"痛点高峰"与"机会窗口"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D7D31"/>
                </a:solidFill>
                <a:latin typeface="Microsoft YaHei"/>
              </a:rPr>
              <a:t>从洞察落地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916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人物画像与用户洞察矩阵
• 产品愿景说明→产品架构→产品路线图
• 从洞察到方案的完整链路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114800"/>
            <a:ext cx="113385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4546A"/>
                </a:solidFill>
                <a:latin typeface="Microsoft YaHei"/>
              </a:rPr>
              <a:t>客户旅程关键触点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1828800" cy="1371600"/>
          </a:xfrm>
          <a:prstGeom prst="round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Microsoft YaHei"/>
              </a:rPr>
              <a:t>触达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663440"/>
            <a:ext cx="1828800" cy="1371600"/>
          </a:xfrm>
          <a:prstGeom prst="round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4846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Microsoft YaHei"/>
              </a:rPr>
              <a:t>认知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663440"/>
            <a:ext cx="1828800" cy="1371600"/>
          </a:xfrm>
          <a:prstGeom prst="round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4846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Microsoft YaHei"/>
              </a:rPr>
              <a:t>申请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79" y="4663440"/>
            <a:ext cx="1828800" cy="13716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9" y="4846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使用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19" y="5212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</a:rPr>
              <a:t>痛点高峰
=机会窗口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4663440"/>
            <a:ext cx="1828800" cy="1371600"/>
          </a:xfrm>
          <a:prstGeom prst="round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4846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Microsoft YaHei"/>
              </a:rPr>
              <a:t>忠诚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2651760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472C4"/>
                </a:solidFill>
                <a:latin typeface="Microsoft YaHei"/>
              </a:rPr>
              <a:t>获客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Microsoft YaHei"/>
              </a:rPr>
              <a:t>智能识别潜在客户
降低获客成本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79" y="1371600"/>
            <a:ext cx="2651760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79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0AD47"/>
                </a:solidFill>
                <a:latin typeface="Microsoft YaHei"/>
              </a:rPr>
              <a:t>活客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79" y="21031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Microsoft YaHei"/>
              </a:rPr>
              <a:t>自动推荐触达策略
提升活跃度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265176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D7D31"/>
                </a:solidFill>
                <a:latin typeface="Microsoft YaHei"/>
              </a:rPr>
              <a:t>留客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1031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Microsoft YaHei"/>
              </a:rPr>
              <a:t>预警流失风险
提前干预挽回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371600"/>
            <a:ext cx="265176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C000"/>
                </a:solidFill>
                <a:latin typeface="Microsoft YaHei"/>
              </a:rPr>
              <a:t>增客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1031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Microsoft YaHei"/>
              </a:rPr>
              <a:t>匹配交叉销售机会
提升客户价值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40480"/>
            <a:ext cx="5212080" cy="2560320"/>
          </a:xfrm>
          <a:prstGeom prst="round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传统痛点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Microsoft YaHei"/>
              </a:rPr>
              <a:t>客户生命周期管理依赖人工经验
获客/活客/留客/增客策略缺乏数据支撑
策略调整滞后于客户行为变化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3840480"/>
            <a:ext cx="5212080" cy="25603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DeepSeek赋能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389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Microsoft YaHei"/>
              </a:rPr>
              <a:t>全生命周期智能管理
自动识别+智能推荐+预警干预
客户留存率提升20%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44546A"/>
                </a:solidFill>
                <a:latin typeface="Microsoft YaHei"/>
              </a:rPr>
              <a:t>案例：招商银行客户洞察全过程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  <a:latin typeface="Microsoft YaHei"/>
              </a:rPr>
              <a:t>招商银行以"客户旅程"为框架，从触达、申请、使用到忠诚，逐环节分析客户需求与痛点，驱动产品迭代。
信用卡申请旅程图案例：绘制全流程旅程图，识别出"审批等待焦虑"核心痛点，通过实时进度推送将客户满意度提升15个百分点。
启示：旅程图是需求洞察的"显微镜"；解决一个痛点胜过增加十个功能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72C4"/>
                </a:solidFill>
                <a:latin typeface="Microsoft YaHei"/>
              </a:rPr>
              <a:t>需求管理框架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功能需求：系统必须实现的能力
• 非功能需求：性能、安全、可用性等约束
• 设计约束：技术栈、合规、架构等限制
用户需求 ≠ 业务需求 ≠ 产品需求
三者的转化逻辑与验证方法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D7D31"/>
                </a:solidFill>
                <a:latin typeface="Microsoft YaHei"/>
              </a:rPr>
              <a:t>需求启发与优先级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启发技术：原型法、故事板、线框图
• 快速可视化验证需求理解一致性
• 优先级排序方法论：
  - MoSCoW法则（必须有/应该有/可以有/不会有）
  - Kano模型（基本型/期望型/兴奋型）
  - 价值-复杂度矩阵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472C4"/>
                </a:solidFill>
                <a:latin typeface="Microsoft YaHei"/>
              </a:rPr>
              <a:t>需求确认与核实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需求跟踪矩阵（RTM）：
  需求→设计→代码→测试全链路追溯
• 关系与依赖性：
  识别需求间冲突与前置条件
• 需求生命周期管理：
  从提出到上线到退役的完整状态管理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0AD47"/>
                </a:solidFill>
                <a:latin typeface="Microsoft YaHei"/>
              </a:rPr>
              <a:t>业技融合实战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Microsoft YaHei"/>
              </a:rPr>
              <a:t>• 业务需求与技术需求的有效桥接
• "说对方听得懂的话"：
  业务说场景，技术说方案
• 建立共同语言：用户故事+验收标准
• 敏捷协作：
  业务与技术同坐一桌，需求不再"传话"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44546A"/>
                </a:solidFill>
                <a:latin typeface="Microsoft YaHei"/>
              </a:rPr>
              <a:t>案例：广发银行、银联、汇丰银行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  <a:latin typeface="Microsoft YaHei"/>
              </a:rPr>
              <a:t>广发银行智能支付手环
用原型法快速验证"手环支付"需求假设，3轮迭代确定核心功能，2个月完成产品落地。
银联业技融合
通过"业务+技术结对"模式，实现需求从提出到上线的全流程高效协同，需求返工率降低50%。
汇丰银行需求全生命周期管理
建立需求从"提出→分析→设计→开发→测试→上线→退役"的完整生命周期管理体系，实现100%需求可追溯。
启示：原型法是降低需求理解偏差的最佳手段；业技融合需要组织机制保障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472C4"/>
                </a:solidFill>
                <a:latin typeface="Microsoft YaHei"/>
              </a:rPr>
              <a:t>客户洞察与需求分析核心要点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457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客户画像是精准营销的基石，四维度覆盖从静态属性到动态偏好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457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用户旅程图是需求洞察的"显微镜"，痛点=机会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457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需求管理框架区分功能/非功能/约束三类，避免遗漏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457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优先级排序决定"先做什么"，价值-复杂度矩阵最实用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45720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Microsoft YaHei"/>
              </a:rPr>
              <a:t>业技融合需要组织机制，"结对"比"传话"高效10倍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4472C4"/>
                </a:solidFill>
                <a:latin typeface="Microsoft YaHei"/>
              </a:rPr>
              <a:t>银行产品经理AI能力进阶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9144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72C4"/>
                </a:solidFill>
                <a:latin typeface="Microsoft YaHei"/>
              </a:rPr>
              <a:t>商业模式分析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结构化流程（关口管理+组合管理）是创新保障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91440" cy="731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Microsoft YaHei"/>
              </a:rPr>
              <a:t>客户洞察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画像+旅程图+洞察矩阵，从"猜"到"证"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9144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Microsoft YaHei"/>
              </a:rPr>
              <a:t>需求管理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精益需求（原型法+优先级+RTM）降低返工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91440" cy="73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C000"/>
                </a:solidFill>
                <a:latin typeface="Microsoft YaHei"/>
              </a:rPr>
              <a:t>AI赋能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每个环节都有AI工具可显著提效，关键是"明确场景+可得数据"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77840"/>
            <a:ext cx="9144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4546A"/>
                </a:solidFill>
                <a:latin typeface="Microsoft YaHei"/>
              </a:rPr>
              <a:t>实战路径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Microsoft YaHei"/>
              </a:rPr>
              <a:t>先选一个高频痛点场景，用AI验证可行性，再逐步推广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Microsoft YaHei"/>
              </a:rPr>
              <a:t>谢 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讲师：于兆鹏</a:t>
            </a:r>
          </a:p>
        </p:txBody>
      </p:sp>
      <p:sp>
        <p:nvSpPr>
          <p:cNvPr id="9999" name="TeleWaxWatermark"/>
          <p:cNvSpPr txBox="1"/>
          <p:nvPr/>
        </p:nvSpPr>
        <p:spPr>
          <a:xfrm>
            <a:off x="9540240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3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  <p:tag name="KSO_WM_TEMPLATE_INDEX" val="40490573"/>
  <p:tag name="KSO_WM_TEMPLATE_CATEGORY" val="custom"/>
</p:tagLst>
</file>

<file path=ppt/tags/tag4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4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8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2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573"/>
  <p:tag name="KSO_WM_TEMPLATE_CATEGORY" val="custom"/>
</p:tagLst>
</file>

<file path=ppt/tags/tag53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54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573"/>
  <p:tag name="KSO_WM_TEMPLATE_CATEGORY" val="custom"/>
</p:tagLst>
</file>

<file path=ppt/tags/tag55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5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6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7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7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d5a6e8d833aaa5eb7436aa53f0c199f1cef2336"/>
  <p:tag name="KSO_WM_NEWLAYOUT_ID" val="544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2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6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b44bfd2419cae341c63cea49430d15869841f40"/>
  <p:tag name="KSO_WM_NEWLAYOUT_ID" val="1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0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8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ab8d5cb2e82b232095b109afba8faf24d68ccb"/>
  <p:tag name="KSO_WM_NEWLAYOUT_GROUP_ID" val="layout_14"/>
  <p:tag name="KSO_WM_NEWLAYOUT_ID" val="slide_fbd1737be693ef9a"/>
</p:tagLst>
</file>

<file path=ppt/tags/tag131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d97f09472dacf2019f54a42bea7869c8562c01"/>
  <p:tag name="KSO_WM_NEWLAYOUT_GROUP_ID" val="layout_3"/>
  <p:tag name="KSO_WM_NEWLAYOUT_ID" val="slide_0576b72b971413eb"/>
</p:tagLst>
</file>

<file path=ppt/tags/tag13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9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43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ccf2c353c4926579a291560c8b07eabbb2c4067"/>
  <p:tag name="KSO_WM_NEWLAYOUT_GROUP_ID" val="layout_26"/>
  <p:tag name="KSO_WM_NEWLAYOUT_ID" val="slide_33b65c8d547e38d4"/>
</p:tagLst>
</file>

<file path=ppt/tags/tag1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7e2e81cfb757ec167673de6f044f50b44cf563"/>
  <p:tag name="KSO_WM_NEWLAYOUT_GROUP_ID" val="layout_27"/>
  <p:tag name="KSO_WM_NEWLAYOUT_ID" val="slide_bbec08b93f7bcfad"/>
</p:tagLst>
</file>

<file path=ppt/tags/tag16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37ced7a754d63b96f7f47204c03ffa89e3b4b1"/>
  <p:tag name="KSO_WM_NEWLAYOUT_GROUP_ID" val="layout_34"/>
  <p:tag name="KSO_WM_NEWLAYOUT_ID" val="slide_4acdb5d565d7a68b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d92af6cc1f16949d9b9c2156e3e49dc11dbe78"/>
  <p:tag name="KSO_WM_NEWLAYOUT_GROUP_ID" val="layout_35"/>
  <p:tag name="KSO_WM_NEWLAYOUT_ID" val="slide_3a8d68c4cb9e2e1d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62a79497c61524a3f4bbf986eb75285c970481"/>
  <p:tag name="KSO_WM_NEWLAYOUT_GROUP_ID" val="layout_6"/>
  <p:tag name="KSO_WM_NEWLAYOUT_ID" val="slide_acc7948a249ecb22"/>
</p:tagLst>
</file>

<file path=ppt/tags/tag1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2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21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21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1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222.xml><?xml version="1.0" encoding="utf-8"?>
<p:tagLst xmlns:p="http://schemas.openxmlformats.org/presentationml/2006/main">
  <p:tag name="KSO_WM_AITEMPLATE_STYLE_ID" val="69796640259"/>
</p:tagLst>
</file>

<file path=ppt/tags/tag2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c1dbf6a49f99b9bdf661f7815482b59ccf9b4f6"/>
  <p:tag name="KSO_WM_NEWLAYOUT_GROUP_ID" val="layout_1-5"/>
  <p:tag name="KSO_WM_NEWLAYOUT_ID" val="slide_ba60fb0293b23fda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2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2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3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3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3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24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37ced7a754d63b96f7f47204c03ffa89e3b4b1"/>
  <p:tag name="KSO_WM_NEWLAYOUT_GROUP_ID" val="layout_34"/>
  <p:tag name="KSO_WM_NEWLAYOUT_ID" val="slide_4acdb5d565d7a68b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62a79497c61524a3f4bbf986eb75285c970481"/>
  <p:tag name="KSO_WM_NEWLAYOUT_GROUP_ID" val="layout_6"/>
  <p:tag name="KSO_WM_NEWLAYOUT_ID" val="slide_acc7948a249ecb22"/>
</p:tagLst>
</file>

<file path=ppt/tags/tag2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d97f09472dacf2019f54a42bea7869c8562c01"/>
  <p:tag name="KSO_WM_NEWLAYOUT_GROUP_ID" val="layout_3"/>
  <p:tag name="KSO_WM_NEWLAYOUT_ID" val="slide_0576b72b971413eb"/>
</p:tagLst>
</file>

<file path=ppt/tags/tag26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66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0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74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c70766f27765a7b67ae04b738a7ce81b8c74694"/>
  <p:tag name="KSO_WM_NEWLAYOUT_GROUP_ID" val="layout_10003"/>
  <p:tag name="KSO_WM_NEWLAYOUT_ID" val="slide_f03f66a8173a28af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906d72bfefd01fff6dac97c9a3ffe09cd6b3d6b"/>
  <p:tag name="KSO_WM_NEWLAYOUT_GROUP_ID" val="layout_10007"/>
  <p:tag name="KSO_WM_NEWLAYOUT_ID" val="slide_a93629e32f0363b8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d92af6cc1f16949d9b9c2156e3e49dc11dbe78"/>
  <p:tag name="KSO_WM_NEWLAYOUT_GROUP_ID" val="layout_35"/>
  <p:tag name="KSO_WM_NEWLAYOUT_ID" val="slide_3a8d68c4cb9e2e1d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e5fb2f35005b3b642c5104ba00af1a4cbce8fe4"/>
  <p:tag name="KSO_WM_NEWLAYOUT_GROUP_ID" val="layout_27"/>
  <p:tag name="KSO_WM_NEWLAYOUT_ID" val="slide_32796d7565842e22"/>
</p:tagLst>
</file>

<file path=ppt/tags/tag30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b034dd35dba28fba5396459182c9e8987332b15"/>
  <p:tag name="KSO_WM_NEWLAYOUT_GROUP_ID" val="layout_32"/>
  <p:tag name="KSO_WM_NEWLAYOUT_ID" val="slide_f95b87826d1fb558"/>
</p:tagLst>
</file>

<file path=ppt/tags/tag3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2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2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28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29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33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334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33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339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6f18f898f5e54fe2d6a47268200916ea7e53ec0"/>
  <p:tag name="KSO_WM_NEWLAYOUT_GROUP_ID" val="layout_10004"/>
  <p:tag name="KSO_WM_NEWLAYOUT_ID" val="slide_e0ba20cb02247c91"/>
</p:tagLst>
</file>

<file path=ppt/tags/tag3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1750b3210b322a90f3b1ceef00ac72256a2b32"/>
  <p:tag name="KSO_WM_NEWLAYOUT_GROUP_ID" val="layout_10013"/>
  <p:tag name="KSO_WM_NEWLAYOUT_ID" val="slide_2b9069f18f10c117"/>
</p:tagLst>
</file>

<file path=ppt/tags/tag3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16ea59ad75bea55a43d557810561a6106aff78"/>
  <p:tag name="KSO_WM_NEWLAYOUT_GROUP_ID" val="layout_10009"/>
  <p:tag name="KSO_WM_NEWLAYOUT_ID" val="slide_97a51ff2b1722ceb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49a0ae3b31aba03a84956f904d07e9a69effecf"/>
  <p:tag name="KSO_WM_NEWLAYOUT_GROUP_ID" val="layout_48"/>
  <p:tag name="KSO_WM_NEWLAYOUT_ID" val="slide_81d8e711c58b27d4"/>
</p:tagLst>
</file>

<file path=ppt/tags/tag3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1a9cee902e72b22bc4f020ca7de832f647365f6"/>
  <p:tag name="KSO_WM_NEWLAYOUT_GROUP_ID" val="layout_31"/>
  <p:tag name="KSO_WM_NEWLAYOUT_ID" val="slide_5de812628256de36"/>
</p:tagLst>
</file>

<file path=ppt/tags/tag38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e102b5f72bd8a05b4cdaff7ec64a92f2579c163"/>
  <p:tag name="KSO_WM_NEWLAYOUT_GROUP_ID" val="layout_51"/>
  <p:tag name="KSO_WM_NEWLAYOUT_ID" val="slide_f69763b30c47eb31"/>
</p:tagLst>
</file>

<file path=ppt/tags/tag4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ccf2c353c4926579a291560c8b07eabbb2c4067"/>
  <p:tag name="KSO_WM_NEWLAYOUT_GROUP_ID" val="layout_26"/>
  <p:tag name="KSO_WM_NEWLAYOUT_ID" val="slide_33b65c8d547e38d4"/>
</p:tagLst>
</file>

<file path=ppt/tags/tag4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4b6d34ce0875fa90d39f37b7b135c25ee41f407"/>
  <p:tag name="KSO_WM_NEWLAYOUT_GROUP_ID" val="layout_2"/>
  <p:tag name="KSO_WM_NEWLAYOUT_ID" val="slide_601b8a6f8f27b735"/>
</p:tagLst>
</file>

<file path=ppt/tags/tag4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199a4d1d3a8451a5b8438ff3342308e9096c2da"/>
  <p:tag name="KSO_WM_NEWLAYOUT_GROUP_ID" val="layout_10014"/>
  <p:tag name="KSO_WM_NEWLAYOUT_ID" val="slide_950849bfc2c3a066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88c917f5f2234023132aa0c130b113b203cda9c"/>
  <p:tag name="KSO_WM_NEWLAYOUT_GROUP_ID" val="layout_63"/>
  <p:tag name="KSO_WM_NEWLAYOUT_ID" val="slide_293c73111293b7b7"/>
</p:tagLst>
</file>

<file path=ppt/tags/tag4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8383310e69f5cb2a12125ef75394c0d5d742412"/>
  <p:tag name="KSO_WM_NEWLAYOUT_GROUP_ID" val="layout_59"/>
  <p:tag name="KSO_WM_NEWLAYOUT_ID" val="slide_a37e02253c1e1e31"/>
</p:tagLst>
</file>

<file path=ppt/tags/tag4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0ff84c29de2878d7e38966543ad3347241d2566"/>
  <p:tag name="KSO_WM_NEWLAYOUT_GROUP_ID" val="layout_53"/>
  <p:tag name="KSO_WM_NEWLAYOUT_ID" val="slide_a51f9d830a889bd4"/>
</p:tagLst>
</file>

<file path=ppt/tags/tag4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6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39d875faef7df5f03b1bb805f69a16035a62efd"/>
  <p:tag name="KSO_WM_NEWLAYOUT_GROUP_ID" val="layout_10012"/>
  <p:tag name="KSO_WM_NEWLAYOUT_ID" val="slide_ed19c0db6ed585c4"/>
</p:tagLst>
</file>

<file path=ppt/tags/tag4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5cd75077fef0495a9e17447de74966572532ede"/>
  <p:tag name="KSO_WM_NEWLAYOUT_GROUP_ID" val="layout_30"/>
  <p:tag name="KSO_WM_NEWLAYOUT_ID" val="slide_97e71a9c1fd50a82"/>
</p:tagLst>
</file>

<file path=ppt/tags/tag4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7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8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8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535c7a7913a8cc92e2784cae8ee7386fc1d86e2"/>
  <p:tag name="KSO_WM_NEWLAYOUT_GROUP_ID" val="layout_57"/>
  <p:tag name="KSO_WM_NEWLAYOUT_ID" val="slide_fd5d1d17fca415c5"/>
</p:tagLst>
</file>

<file path=ppt/tags/tag48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9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49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b7e2e81cfb757ec167673de6f044f50b44cf563"/>
  <p:tag name="KSO_WM_NEWLAYOUT_GROUP_ID" val="layout_27"/>
  <p:tag name="KSO_WM_NEWLAYOUT_ID" val="slide_bbec08b93f7bcfad"/>
</p:tagLst>
</file>

<file path=ppt/tags/tag50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0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5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1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5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06"/>
  <p:tag name="KSO_WM_TEMPLATE_CATEGORY" val="custom"/>
</p:tagLst>
</file>

<file path=ppt/tags/tag5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06"/>
  <p:tag name="KSO_WM_TEMPLATE_CATEGORY" val="custom"/>
</p:tagLst>
</file>

<file path=ppt/tags/tag5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06"/>
  <p:tag name="KSO_WM_TEMPLATE_CATEGORY" val="custom"/>
</p:tagLst>
</file>

<file path=ppt/tags/tag5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243e3ce672d1b6e120709bb6c9d65372ec757e9"/>
  <p:tag name="KSO_WM_NEWLAYOUT_ID" val="slide_09dcc5bfccb82ccf"/>
</p:tagLst>
</file>

<file path=ppt/tags/tag5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3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53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53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3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3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3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53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1*1*15*1*1"/>
  <p:tag name="KSO_WM_LAYOUT_CARDGROUP_ID" val="1fe56f43fcc346938f50911d20fc4a67"/>
  <p:tag name="KSO_WM_LAYOUT_CARDGROUP_STYLE_INFO" val="C1_sc_p2*standard*0"/>
  <p:tag name="KSO_WM_LAYOUT_CARD_COUNT" val="3"/>
  <p:tag name="KSO_WM_LAYOUT_CHECK_HASH" val="c7188a40603dd1c44b6a135a8b032384a9124ff9"/>
  <p:tag name="KSO_WM_LAYOUT_DOMHASH" val="f5668c564ae9b4e4e76f3cc39407d3878926e36f"/>
  <p:tag name="KSO_WM_LAYOUT_MCSHASH" val="3414dd20a39b67eef3d2798c1b6fcbd94e62aa07"/>
  <p:tag name="KSO_WM_NEWLAYOUT_GROUP_ID" val="40"/>
  <p:tag name="KSO_WM_NEWLAYOUT_ID" val="lay_8a4d82f9af660c8555bffcf9ad2238b905eeb3f2"/>
</p:tagLst>
</file>

<file path=ppt/tags/tag539.xml><?xml version="1.0" encoding="utf-8"?>
<p:tagLst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3*1*5*1*1"/>
  <p:tag name="KSO_WM_LAYOUT_CARDGROUP_ID" val="7e69e78dcd524e9b83dad540546a0da2"/>
  <p:tag name="KSO_WM_LAYOUT_CARDGROUP_STYLE_INFO" val="C1_sc_p2*standard*1"/>
  <p:tag name="KSO_WM_LAYOUT_CARD_COUNT" val="4"/>
  <p:tag name="KSO_WM_LAYOUT_CHECK_HASH" val="c7188a40603dd1c44b6a135a8b032384a9124ff9"/>
  <p:tag name="KSO_WM_LAYOUT_DOMHASH" val="f5668c564ae9b4e4e76f3cc39407d3878926e36f"/>
  <p:tag name="KSO_WM_LAYOUT_MCSHASH" val="3414dd20a39b67eef3d2798c1b6fcbd94e62aa07"/>
  <p:tag name="KSO_WM_NEWLAYOUT_GROUP_ID" val="40"/>
  <p:tag name="KSO_WM_NEWLAYOUT_ID" val="lay_8a4d82f9af660c8555bffcf9ad2238b905eeb3f2"/>
</p:tagLst>
</file>

<file path=ppt/tags/tag542.xml><?xml version="1.0" encoding="utf-8"?>
<p:tagLst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AIBEASPECIALSHAPE" val="1"/>
  <p:tag name="KSO_WM_AILAYOUT_OPTION" val="0_1_1_0"/>
  <p:tag name="KSO_WM_LAYOUT_CARDGROUP_FEATURE" val="2*3*6*1*1"/>
  <p:tag name="KSO_WM_LAYOUT_CARDGROUP_ID" val="e5834cef094743898218e1bdb54bc5a6"/>
  <p:tag name="KSO_WM_LAYOUT_CARDGROUP_STYLE_INFO" val="C1_sc_p2*standard*2"/>
  <p:tag name="KSO_WM_LAYOUT_CARD_COUNT" val="2"/>
  <p:tag name="KSO_WM_LAYOUT_CHECK_HASH" val="c7188a40603dd1c44b6a135a8b032384a9124ff9"/>
  <p:tag name="KSO_WM_LAYOUT_DOMHASH" val="f5668c564ae9b4e4e76f3cc39407d3878926e36f"/>
  <p:tag name="KSO_WM_LAYOUT_MCSHASH" val="3414dd20a39b67eef3d2798c1b6fcbd94e62aa07"/>
  <p:tag name="KSO_WM_NEWLAYOUT_GROUP_ID" val="40"/>
  <p:tag name="KSO_WM_NEWLAYOUT_ID" val="lay_8a4d82f9af660c8555bffcf9ad2238b905eeb3f2"/>
</p:tagLst>
</file>

<file path=ppt/tags/tag545.xml><?xml version="1.0" encoding="utf-8"?>
<p:tagLst xmlns:p="http://schemas.openxmlformats.org/presentationml/2006/main">
  <p:tag name="KSO_WM_PLACEHOLDER_TYPE" val="cg"/>
  <p:tag name="KSO_WM_UNIT_INDEX" val="1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0804955eb09f20422514daacd8945244fffb76"/>
  <p:tag name="KSO_WM_NEWLAYOUT_GROUP_ID" val="layout_27"/>
  <p:tag name="KSO_WM_NEWLAYOUT_ID" val="slide_68c7e1d569ee91b3"/>
</p:tagLst>
</file>

<file path=ppt/tags/tag54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5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5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5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5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5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5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5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5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5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5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4cd5b1b3810a5eb73048542e12337b74e111dba"/>
  <p:tag name="KSO_WM_NEWLAYOUT_GROUP_ID" val="layout_6"/>
  <p:tag name="KSO_WM_NEWLAYOUT_ID" val="slide_eed479e195e559c9"/>
</p:tagLst>
</file>

<file path=ppt/tags/tag5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6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bb3dc5a733deccbd14d43c9e1e8f1fe169ced20"/>
  <p:tag name="KSO_WM_NEWLAYOUT_GROUP_ID" val="layout_10007"/>
  <p:tag name="KSO_WM_NEWLAYOUT_ID" val="slide_3769a8e1402e790d"/>
</p:tagLst>
</file>

<file path=ppt/tags/tag5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5ce717a9bf7aea81283a77b02207f34433b1113"/>
  <p:tag name="KSO_WM_NEWLAYOUT_GROUP_ID" val="layout_63"/>
  <p:tag name="KSO_WM_NEWLAYOUT_ID" val="slide_f8237b5359323683"/>
</p:tagLst>
</file>

<file path=ppt/tags/tag5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8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58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58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8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8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90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1258.xml><?xml version="1.0" encoding="utf-8"?>
<p:tagLst xmlns:p="http://schemas.openxmlformats.org/presentationml/2006/main">
  <p:tag name="resource_record_key" val="{&quot;29&quot;:[50053044],&quot;65&quot;:[40490573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城市线条职场办公商务风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AF6C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E28835"/>
      </a:hlink>
      <a:folHlink>
        <a:srgbClr val="9D8874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25904</Words>
  <Application>WPS 演示</Application>
  <PresentationFormat>宽屏</PresentationFormat>
  <Paragraphs>2482</Paragraphs>
  <Slides>129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129</vt:i4>
      </vt:variant>
    </vt:vector>
  </HeadingPairs>
  <TitlesOfParts>
    <vt:vector size="159" baseType="lpstr">
      <vt:lpstr>Arial</vt:lpstr>
      <vt:lpstr>宋体</vt:lpstr>
      <vt:lpstr>Wingdings</vt:lpstr>
      <vt:lpstr>微软雅黑</vt:lpstr>
      <vt:lpstr>Microsoft YaHei UI</vt:lpstr>
      <vt:lpstr>黑体</vt:lpstr>
      <vt:lpstr>华文细黑</vt:lpstr>
      <vt:lpstr>Microsoft YaHei Bold</vt:lpstr>
      <vt:lpstr>Arial Unicode MS</vt:lpstr>
      <vt:lpstr>Calibri</vt:lpstr>
      <vt:lpstr>汉仪旗黑-55简</vt:lpstr>
      <vt:lpstr>Arial</vt:lpstr>
      <vt:lpstr>汉仪中黑 简</vt:lpstr>
      <vt:lpstr>等线</vt:lpstr>
      <vt:lpstr>Caros ExtraBold</vt:lpstr>
      <vt:lpstr>思源黑体 CN Regular</vt:lpstr>
      <vt:lpstr>Lantinghei SC Extralight</vt:lpstr>
      <vt:lpstr>Segoe Print</vt:lpstr>
      <vt:lpstr>Wingdings</vt:lpstr>
      <vt:lpstr>Yu Gothic UI Semibold</vt:lpstr>
      <vt:lpstr>Office 主题</vt:lpstr>
      <vt:lpstr>1_城市线条职场办公商务风</vt:lpstr>
      <vt:lpstr>2_城市线条职场办公商务风</vt:lpstr>
      <vt:lpstr>3_城市线条职场办公商务风</vt:lpstr>
      <vt:lpstr>Paint.Picture</vt:lpstr>
      <vt:lpstr>Paint.Picture</vt:lpstr>
      <vt:lpstr>Paint.Picture</vt:lpstr>
      <vt:lpstr>Paint.Picture</vt:lpstr>
      <vt:lpstr>Paint.Picture</vt:lpstr>
      <vt:lpstr>Paint.Picture</vt:lpstr>
      <vt:lpstr>PowerPoint 演示文稿</vt:lpstr>
      <vt:lpstr>浙江农商银行支行行长AI决策沙盘实战培训</vt:lpstr>
      <vt:lpstr>                          于兆鹏——银行数字化、人工智能应用专家  DPBOK（数字化专家）、CFRM（金融风险）、CGFC（绿色金融）、CDGA（数据治理工程师）、CDGP（数据治理专家）、CDAM（数据资产管理师）、NPDP（产品创新）、 ACP（敏捷）、PBA（商业分析）、PMP（项目管理）、PgMP（项目集管理）、PfMP（项目组合管理）、P3O（项目治理）、ITIL（IT运营）、ToGAF（企业架构）、MBA</vt:lpstr>
      <vt:lpstr>PowerPoint 演示文稿</vt:lpstr>
      <vt:lpstr>服务金融客户超过500家（以下为节选）</vt:lpstr>
      <vt:lpstr>组建团队</vt:lpstr>
      <vt:lpstr>目录</vt:lpstr>
      <vt:lpstr>洞见AI潜力</vt:lpstr>
      <vt:lpstr>两会核心政策升级</vt:lpstr>
      <vt:lpstr>十五五规划核心方向</vt:lpstr>
      <vt:lpstr>监管层落地指引</vt:lpstr>
      <vt:lpstr>人机交互的演进：从命令行到“驾驭者”</vt:lpstr>
      <vt:lpstr>人机交互的演进：从命令行到“驾驭者”</vt:lpstr>
      <vt:lpstr>人机交互的演进：从命令行到“驾驭者”</vt:lpstr>
      <vt:lpstr>人机交互的演进：从命令行到“驾驭者”</vt:lpstr>
      <vt:lpstr>人机交互的演进：从命令行到“驾驭者”</vt:lpstr>
      <vt:lpstr>人工智能的演进历程</vt:lpstr>
      <vt:lpstr>2025-2026大模型四大前瞻性研究方向</vt:lpstr>
      <vt:lpstr>PowerPoint 演示文稿</vt:lpstr>
      <vt:lpstr>金融领域AI应用成熟度分析</vt:lpstr>
      <vt:lpstr>银行AI应用的三大趋势</vt:lpstr>
      <vt:lpstr>PowerPoint 演示文稿</vt:lpstr>
      <vt:lpstr>【案例】某股份行数智化客户分析</vt:lpstr>
      <vt:lpstr>数智化提升新质生产力的四化路径</vt:lpstr>
      <vt:lpstr>行长视角：AI解决的核心业务问题</vt:lpstr>
      <vt:lpstr>案例解析：小微企业园区批量获客智能辅助</vt:lpstr>
      <vt:lpstr>高效用好AI</vt:lpstr>
      <vt:lpstr>AI能力边界与思维转变</vt:lpstr>
      <vt:lpstr>银行从业者使用AI的黄金法则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RAG（检索增强）：AI回答如何有据可依？</vt:lpstr>
      <vt:lpstr>PowerPoint 演示文稿</vt:lpstr>
      <vt:lpstr>PowerPoint 演示文稿</vt:lpstr>
      <vt:lpstr>知识图谱：AI如何理解金融逻辑关系？</vt:lpstr>
      <vt:lpstr>PowerPoint 演示文稿</vt:lpstr>
      <vt:lpstr>PowerPoint 演示文稿</vt:lpstr>
      <vt:lpstr>PowerPoint 演示文稿</vt:lpstr>
      <vt:lpstr>智能体架构：AI如何自主执行任务？</vt:lpstr>
      <vt:lpstr>PowerPoint 演示文稿</vt:lpstr>
      <vt:lpstr>AI的四种角色定位与场景匹配</vt:lpstr>
      <vt:lpstr>对公客户营销智能化 ——从“关系驱动”到“数据+智能驱动”</vt:lpstr>
      <vt:lpstr>客户标签体系构建与数据建模</vt:lpstr>
      <vt:lpstr>看一个客户画像</vt:lpstr>
      <vt:lpstr>基于客户画像的营销策略</vt:lpstr>
      <vt:lpstr>如何将 客户碎片化信息 转化为 体系化标签和数据模型？</vt:lpstr>
      <vt:lpstr>银行客户信息转化为数据模型三步法</vt:lpstr>
      <vt:lpstr>客户信息标签化</vt:lpstr>
      <vt:lpstr>【案例】某银行对公客户特征标签体系</vt:lpstr>
      <vt:lpstr>标签数据模型化</vt:lpstr>
      <vt:lpstr>客户数据情感化</vt:lpstr>
      <vt:lpstr>银行客户数据模型应用四方面</vt:lpstr>
      <vt:lpstr>客户素描化</vt:lpstr>
      <vt:lpstr>客群结构化</vt:lpstr>
      <vt:lpstr>【案例】某银行一级分行客户标签分析图</vt:lpstr>
      <vt:lpstr>【案例】某银行一级分行客户标签分析图</vt:lpstr>
      <vt:lpstr>营销关联化</vt:lpstr>
      <vt:lpstr>决策动态化</vt:lpstr>
      <vt:lpstr>【案例】某银行敏捷业技融合团队</vt:lpstr>
      <vt:lpstr>PowerPoint 演示文稿</vt:lpstr>
      <vt:lpstr>PowerPoint 演示文稿</vt:lpstr>
      <vt:lpstr>【案例】某银行敏捷业技融合项目治理</vt:lpstr>
      <vt:lpstr>需求拆解四步法：从模糊到清晰</vt:lpstr>
      <vt:lpstr>任务细化与AI使用策略</vt:lpstr>
      <vt:lpstr>实战体验：AI智能体生成尽调报告初稿</vt:lpstr>
      <vt:lpstr>业务分析与应用场景诊断</vt:lpstr>
      <vt:lpstr>工具导入：AI场景优先级评估矩阵</vt:lpstr>
      <vt:lpstr>小组研讨：选定攻坚场景</vt:lpstr>
      <vt:lpstr>场景建模实战：AI场景画布应用</vt:lpstr>
      <vt:lpstr>输出成果：流程、痛点、数据与AI介入点</vt:lpstr>
      <vt:lpstr>编写AI赋能业务提案</vt:lpstr>
      <vt:lpstr>提案模板结构与撰写要点</vt:lpstr>
      <vt:lpstr>提案模板结构与撰写要点</vt:lpstr>
      <vt:lpstr>智能体与大模型应用形式对比</vt:lpstr>
      <vt:lpstr>提案质量自检清单</vt:lpstr>
      <vt:lpstr>输出AI赋能业务解决方案原型</vt:lpstr>
      <vt:lpstr>原型产出物清单与示例</vt:lpstr>
      <vt:lpstr>原型产出物清单与示例</vt:lpstr>
      <vt:lpstr>智能体原型配置与核心组件</vt:lpstr>
      <vt:lpstr>大模型选型与提示词设计法则</vt:lpstr>
      <vt:lpstr>效果产出与验证维度</vt:lpstr>
      <vt:lpstr>方案展示分享</vt:lpstr>
      <vt:lpstr>汇报结构与评分维度</vt:lpstr>
      <vt:lpstr>评选规则与优秀提案特征</vt:lpstr>
      <vt:lpstr>总结与落地行动计划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浙江农商银行系统支行行长AI决策沙盘实战培训</dc:title>
  <dc:creator/>
  <cp:lastModifiedBy>于兆鹏</cp:lastModifiedBy>
  <cp:revision>29</cp:revision>
  <dcterms:created xsi:type="dcterms:W3CDTF">2026-04-13T14:56:00Z</dcterms:created>
  <dcterms:modified xsi:type="dcterms:W3CDTF">2026-04-22T04:51:05Z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TemplateUUID">
    <vt:lpwstr>v1.0_ai_69796640259</vt:lpwstr>
  </property>
  <property fmtid="{D5CDD505-2E9C-101B-9397-08002B2CF9AE}" pid="4" name="ICV">
    <vt:lpwstr>9B37495B29CC57FB7803DD69A9B64B10_42</vt:lpwstr>
  </property>
  <property fmtid="{D5CDD505-2E9C-101B-9397-08002B2CF9AE}" pid="5" name="AIGC">
    <vt:lpwstr>{"Label":"1","ContentProducer":"001191110102MAD55U9H0F10002","ProduceID":"6ec810bf-2b51-47af-96a8-69e156467a65","ReservedCode1":"0a667601-01e6-4722-aeb3-eeb2035519b3","ContentPropagator":"001191110102MAD55U9H0F10002","PropagateID":"6ec810bf-2b51-47af-96a8-69e156467a65","ReservedCode2":"0a667601-01e6-4722-aeb3-eeb2035519b3"}</vt:lpwstr>
  </property>
</Properties>
</file>